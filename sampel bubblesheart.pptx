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herry Bomb One" charset="1" panose="02000000000000000000"/>
      <p:regular r:id="rId16"/>
    </p:embeddedFont>
    <p:embeddedFont>
      <p:font typeface="Cardo" charset="1" panose="020206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jpeg" Type="http://schemas.openxmlformats.org/officeDocument/2006/relationships/image"/><Relationship Id="rId9" Target="../media/image2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33.png" Type="http://schemas.openxmlformats.org/officeDocument/2006/relationships/image"/><Relationship Id="rId12" Target="../media/image34.svg" Type="http://schemas.openxmlformats.org/officeDocument/2006/relationships/image"/><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2.png" Type="http://schemas.openxmlformats.org/officeDocument/2006/relationships/image"/><Relationship Id="rId19" Target="../media/image3.sv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625903"/>
            <a:ext cx="18288000" cy="7035194"/>
            <a:chOff x="0" y="0"/>
            <a:chExt cx="1634116" cy="628627"/>
          </a:xfrm>
        </p:grpSpPr>
        <p:sp>
          <p:nvSpPr>
            <p:cNvPr name="Freeform 4" id="4"/>
            <p:cNvSpPr/>
            <p:nvPr/>
          </p:nvSpPr>
          <p:spPr>
            <a:xfrm flipH="false" flipV="false" rot="0">
              <a:off x="0" y="0"/>
              <a:ext cx="1634116" cy="628627"/>
            </a:xfrm>
            <a:custGeom>
              <a:avLst/>
              <a:gdLst/>
              <a:ahLst/>
              <a:cxnLst/>
              <a:rect r="r" b="b" t="t" l="l"/>
              <a:pathLst>
                <a:path h="628627" w="1634116">
                  <a:moveTo>
                    <a:pt x="8268" y="0"/>
                  </a:moveTo>
                  <a:lnTo>
                    <a:pt x="1625848" y="0"/>
                  </a:lnTo>
                  <a:cubicBezTo>
                    <a:pt x="1628041" y="0"/>
                    <a:pt x="1630144" y="871"/>
                    <a:pt x="1631694" y="2422"/>
                  </a:cubicBezTo>
                  <a:cubicBezTo>
                    <a:pt x="1633245" y="3972"/>
                    <a:pt x="1634116" y="6075"/>
                    <a:pt x="1634116" y="8268"/>
                  </a:cubicBezTo>
                  <a:lnTo>
                    <a:pt x="1634116" y="620358"/>
                  </a:lnTo>
                  <a:cubicBezTo>
                    <a:pt x="1634116" y="624925"/>
                    <a:pt x="1630414" y="628627"/>
                    <a:pt x="1625848" y="628627"/>
                  </a:cubicBezTo>
                  <a:lnTo>
                    <a:pt x="8268" y="628627"/>
                  </a:lnTo>
                  <a:cubicBezTo>
                    <a:pt x="3702" y="628627"/>
                    <a:pt x="0" y="624925"/>
                    <a:pt x="0" y="620358"/>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66672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4041380" y="1855597"/>
            <a:ext cx="10205240" cy="6575805"/>
            <a:chOff x="0" y="0"/>
            <a:chExt cx="2687800" cy="1731899"/>
          </a:xfrm>
        </p:grpSpPr>
        <p:sp>
          <p:nvSpPr>
            <p:cNvPr name="Freeform 7" id="7"/>
            <p:cNvSpPr/>
            <p:nvPr/>
          </p:nvSpPr>
          <p:spPr>
            <a:xfrm flipH="false" flipV="false" rot="0">
              <a:off x="0" y="0"/>
              <a:ext cx="2687800" cy="1731899"/>
            </a:xfrm>
            <a:custGeom>
              <a:avLst/>
              <a:gdLst/>
              <a:ahLst/>
              <a:cxnLst/>
              <a:rect r="r" b="b" t="t" l="l"/>
              <a:pathLst>
                <a:path h="1731899" w="2687800">
                  <a:moveTo>
                    <a:pt x="2608382" y="0"/>
                  </a:moveTo>
                  <a:lnTo>
                    <a:pt x="79418" y="0"/>
                  </a:lnTo>
                  <a:cubicBezTo>
                    <a:pt x="79418" y="43699"/>
                    <a:pt x="44079" y="79418"/>
                    <a:pt x="0" y="79418"/>
                  </a:cubicBezTo>
                  <a:lnTo>
                    <a:pt x="0" y="1652481"/>
                  </a:lnTo>
                  <a:cubicBezTo>
                    <a:pt x="43699" y="1652481"/>
                    <a:pt x="79418" y="1687820"/>
                    <a:pt x="79418" y="1731899"/>
                  </a:cubicBezTo>
                  <a:lnTo>
                    <a:pt x="2608382" y="1731899"/>
                  </a:lnTo>
                  <a:cubicBezTo>
                    <a:pt x="2608382" y="1688200"/>
                    <a:pt x="2643721" y="1652481"/>
                    <a:pt x="2687800" y="1652481"/>
                  </a:cubicBezTo>
                  <a:lnTo>
                    <a:pt x="2687800" y="79418"/>
                  </a:lnTo>
                  <a:cubicBezTo>
                    <a:pt x="2644100" y="79418"/>
                    <a:pt x="2608382" y="44079"/>
                    <a:pt x="2608382" y="0"/>
                  </a:cubicBezTo>
                  <a:close/>
                </a:path>
              </a:pathLst>
            </a:custGeom>
            <a:solidFill>
              <a:srgbClr val="FBF1E4"/>
            </a:solidFill>
            <a:ln w="57150" cap="sq">
              <a:solidFill>
                <a:srgbClr val="EECBAF"/>
              </a:solidFill>
              <a:prstDash val="solid"/>
              <a:miter/>
            </a:ln>
          </p:spPr>
        </p:sp>
        <p:sp>
          <p:nvSpPr>
            <p:cNvPr name="TextBox 8" id="8"/>
            <p:cNvSpPr txBox="true"/>
            <p:nvPr/>
          </p:nvSpPr>
          <p:spPr>
            <a:xfrm>
              <a:off x="38100" y="0"/>
              <a:ext cx="2611600" cy="169379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22246" y="2023129"/>
            <a:ext cx="9881925" cy="6240742"/>
            <a:chOff x="0" y="0"/>
            <a:chExt cx="2742382" cy="1731899"/>
          </a:xfrm>
        </p:grpSpPr>
        <p:sp>
          <p:nvSpPr>
            <p:cNvPr name="Freeform 10" id="10"/>
            <p:cNvSpPr/>
            <p:nvPr/>
          </p:nvSpPr>
          <p:spPr>
            <a:xfrm flipH="false" flipV="false" rot="0">
              <a:off x="0" y="0"/>
              <a:ext cx="2742382" cy="1731899"/>
            </a:xfrm>
            <a:custGeom>
              <a:avLst/>
              <a:gdLst/>
              <a:ahLst/>
              <a:cxnLst/>
              <a:rect r="r" b="b" t="t" l="l"/>
              <a:pathLst>
                <a:path h="1731899" w="2742382">
                  <a:moveTo>
                    <a:pt x="2662964" y="0"/>
                  </a:moveTo>
                  <a:lnTo>
                    <a:pt x="79418" y="0"/>
                  </a:lnTo>
                  <a:cubicBezTo>
                    <a:pt x="79418" y="43699"/>
                    <a:pt x="44079" y="79418"/>
                    <a:pt x="0" y="79418"/>
                  </a:cubicBezTo>
                  <a:lnTo>
                    <a:pt x="0" y="1652481"/>
                  </a:lnTo>
                  <a:cubicBezTo>
                    <a:pt x="43699" y="1652481"/>
                    <a:pt x="79418" y="1687820"/>
                    <a:pt x="79418" y="1731899"/>
                  </a:cubicBezTo>
                  <a:lnTo>
                    <a:pt x="2662964" y="1731899"/>
                  </a:lnTo>
                  <a:cubicBezTo>
                    <a:pt x="2662964" y="1688200"/>
                    <a:pt x="2698303" y="1652481"/>
                    <a:pt x="2742382" y="1652481"/>
                  </a:cubicBezTo>
                  <a:lnTo>
                    <a:pt x="2742382" y="79418"/>
                  </a:lnTo>
                  <a:cubicBezTo>
                    <a:pt x="2698683" y="79418"/>
                    <a:pt x="2662964" y="44079"/>
                    <a:pt x="2662964" y="0"/>
                  </a:cubicBezTo>
                  <a:close/>
                </a:path>
              </a:pathLst>
            </a:custGeom>
            <a:solidFill>
              <a:srgbClr val="FBF1E4"/>
            </a:solidFill>
            <a:ln w="38100" cap="sq">
              <a:solidFill>
                <a:srgbClr val="EECBAF"/>
              </a:solidFill>
              <a:prstDash val="dash"/>
              <a:miter/>
            </a:ln>
          </p:spPr>
        </p:sp>
        <p:sp>
          <p:nvSpPr>
            <p:cNvPr name="TextBox 11" id="11"/>
            <p:cNvSpPr txBox="true"/>
            <p:nvPr/>
          </p:nvSpPr>
          <p:spPr>
            <a:xfrm>
              <a:off x="38100" y="0"/>
              <a:ext cx="2666182" cy="1693799"/>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709745" y="4251219"/>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5480075" y="5656717"/>
            <a:ext cx="441979" cy="566640"/>
          </a:xfrm>
          <a:custGeom>
            <a:avLst/>
            <a:gdLst/>
            <a:ahLst/>
            <a:cxnLst/>
            <a:rect r="r" b="b" t="t" l="l"/>
            <a:pathLst>
              <a:path h="566640" w="441979">
                <a:moveTo>
                  <a:pt x="0" y="0"/>
                </a:moveTo>
                <a:lnTo>
                  <a:pt x="441979" y="0"/>
                </a:lnTo>
                <a:lnTo>
                  <a:pt x="441979" y="566639"/>
                </a:lnTo>
                <a:lnTo>
                  <a:pt x="0" y="5666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7259300" y="2850854"/>
            <a:ext cx="607464" cy="778800"/>
          </a:xfrm>
          <a:custGeom>
            <a:avLst/>
            <a:gdLst/>
            <a:ahLst/>
            <a:cxnLst/>
            <a:rect r="r" b="b" t="t" l="l"/>
            <a:pathLst>
              <a:path h="778800" w="607464">
                <a:moveTo>
                  <a:pt x="0" y="0"/>
                </a:moveTo>
                <a:lnTo>
                  <a:pt x="607464" y="0"/>
                </a:lnTo>
                <a:lnTo>
                  <a:pt x="607464" y="778799"/>
                </a:lnTo>
                <a:lnTo>
                  <a:pt x="0" y="7787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724968" y="2200742"/>
            <a:ext cx="607464" cy="778800"/>
          </a:xfrm>
          <a:custGeom>
            <a:avLst/>
            <a:gdLst/>
            <a:ahLst/>
            <a:cxnLst/>
            <a:rect r="r" b="b" t="t" l="l"/>
            <a:pathLst>
              <a:path h="778800" w="607464">
                <a:moveTo>
                  <a:pt x="0" y="0"/>
                </a:moveTo>
                <a:lnTo>
                  <a:pt x="607464" y="0"/>
                </a:lnTo>
                <a:lnTo>
                  <a:pt x="607464" y="778799"/>
                </a:lnTo>
                <a:lnTo>
                  <a:pt x="0" y="7787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5480075" y="3118562"/>
            <a:ext cx="456132" cy="584784"/>
          </a:xfrm>
          <a:custGeom>
            <a:avLst/>
            <a:gdLst/>
            <a:ahLst/>
            <a:cxnLst/>
            <a:rect r="r" b="b" t="t" l="l"/>
            <a:pathLst>
              <a:path h="584784" w="456132">
                <a:moveTo>
                  <a:pt x="0" y="0"/>
                </a:moveTo>
                <a:lnTo>
                  <a:pt x="456132" y="0"/>
                </a:lnTo>
                <a:lnTo>
                  <a:pt x="456132" y="584784"/>
                </a:lnTo>
                <a:lnTo>
                  <a:pt x="0" y="584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496902" y="6783430"/>
            <a:ext cx="456132" cy="584784"/>
          </a:xfrm>
          <a:custGeom>
            <a:avLst/>
            <a:gdLst/>
            <a:ahLst/>
            <a:cxnLst/>
            <a:rect r="r" b="b" t="t" l="l"/>
            <a:pathLst>
              <a:path h="584784" w="456132">
                <a:moveTo>
                  <a:pt x="0" y="0"/>
                </a:moveTo>
                <a:lnTo>
                  <a:pt x="456132" y="0"/>
                </a:lnTo>
                <a:lnTo>
                  <a:pt x="456132" y="584784"/>
                </a:lnTo>
                <a:lnTo>
                  <a:pt x="0" y="584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5599750" y="2707914"/>
            <a:ext cx="7126919" cy="2984373"/>
          </a:xfrm>
          <a:prstGeom prst="rect">
            <a:avLst/>
          </a:prstGeom>
        </p:spPr>
        <p:txBody>
          <a:bodyPr anchor="t" rtlCol="false" tIns="0" lIns="0" bIns="0" rIns="0">
            <a:spAutoFit/>
          </a:bodyPr>
          <a:lstStyle/>
          <a:p>
            <a:pPr algn="ctr">
              <a:lnSpc>
                <a:spcPts val="11466"/>
              </a:lnSpc>
            </a:pPr>
            <a:r>
              <a:rPr lang="en-US" sz="11700">
                <a:solidFill>
                  <a:srgbClr val="D69897"/>
                </a:solidFill>
                <a:latin typeface="Cherry Bomb One"/>
                <a:ea typeface="Cherry Bomb One"/>
                <a:cs typeface="Cherry Bomb One"/>
                <a:sym typeface="Cherry Bomb One"/>
              </a:rPr>
              <a:t>Tugas Kelompok</a:t>
            </a:r>
          </a:p>
        </p:txBody>
      </p:sp>
      <p:sp>
        <p:nvSpPr>
          <p:cNvPr name="TextBox 19" id="19"/>
          <p:cNvSpPr txBox="true"/>
          <p:nvPr/>
        </p:nvSpPr>
        <p:spPr>
          <a:xfrm rot="0">
            <a:off x="5561332" y="7018672"/>
            <a:ext cx="7165336" cy="537845"/>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Di Presentasikan oleh: Kelompok A</a:t>
            </a:r>
          </a:p>
        </p:txBody>
      </p:sp>
      <p:sp>
        <p:nvSpPr>
          <p:cNvPr name="Freeform 20" id="20"/>
          <p:cNvSpPr/>
          <p:nvPr/>
        </p:nvSpPr>
        <p:spPr>
          <a:xfrm flipH="false" flipV="false" rot="0">
            <a:off x="1507862" y="5662085"/>
            <a:ext cx="3211517" cy="4429678"/>
          </a:xfrm>
          <a:custGeom>
            <a:avLst/>
            <a:gdLst/>
            <a:ahLst/>
            <a:cxnLst/>
            <a:rect r="r" b="b" t="t" l="l"/>
            <a:pathLst>
              <a:path h="4429678" w="3211517">
                <a:moveTo>
                  <a:pt x="0" y="0"/>
                </a:moveTo>
                <a:lnTo>
                  <a:pt x="3211516" y="0"/>
                </a:lnTo>
                <a:lnTo>
                  <a:pt x="3211516" y="4429678"/>
                </a:lnTo>
                <a:lnTo>
                  <a:pt x="0" y="44296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3830428" y="8302608"/>
            <a:ext cx="2572668" cy="1852321"/>
          </a:xfrm>
          <a:custGeom>
            <a:avLst/>
            <a:gdLst/>
            <a:ahLst/>
            <a:cxnLst/>
            <a:rect r="r" b="b" t="t" l="l"/>
            <a:pathLst>
              <a:path h="1852321" w="2572668">
                <a:moveTo>
                  <a:pt x="0" y="0"/>
                </a:moveTo>
                <a:lnTo>
                  <a:pt x="2572669" y="0"/>
                </a:lnTo>
                <a:lnTo>
                  <a:pt x="2572669" y="1852321"/>
                </a:lnTo>
                <a:lnTo>
                  <a:pt x="0" y="18523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276537">
            <a:off x="6702172" y="8011282"/>
            <a:ext cx="3298788" cy="2325645"/>
          </a:xfrm>
          <a:custGeom>
            <a:avLst/>
            <a:gdLst/>
            <a:ahLst/>
            <a:cxnLst/>
            <a:rect r="r" b="b" t="t" l="l"/>
            <a:pathLst>
              <a:path h="2325645" w="3298788">
                <a:moveTo>
                  <a:pt x="0" y="0"/>
                </a:moveTo>
                <a:lnTo>
                  <a:pt x="3298788" y="0"/>
                </a:lnTo>
                <a:lnTo>
                  <a:pt x="3298788" y="2325645"/>
                </a:lnTo>
                <a:lnTo>
                  <a:pt x="0" y="23256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343859">
            <a:off x="10089065" y="8034363"/>
            <a:ext cx="2945745" cy="2032564"/>
          </a:xfrm>
          <a:custGeom>
            <a:avLst/>
            <a:gdLst/>
            <a:ahLst/>
            <a:cxnLst/>
            <a:rect r="r" b="b" t="t" l="l"/>
            <a:pathLst>
              <a:path h="2032564" w="2945745">
                <a:moveTo>
                  <a:pt x="0" y="0"/>
                </a:moveTo>
                <a:lnTo>
                  <a:pt x="2945745" y="0"/>
                </a:lnTo>
                <a:lnTo>
                  <a:pt x="2945745" y="2032564"/>
                </a:lnTo>
                <a:lnTo>
                  <a:pt x="0" y="203256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13128932" y="6186227"/>
            <a:ext cx="3651206" cy="3968703"/>
          </a:xfrm>
          <a:custGeom>
            <a:avLst/>
            <a:gdLst/>
            <a:ahLst/>
            <a:cxnLst/>
            <a:rect r="r" b="b" t="t" l="l"/>
            <a:pathLst>
              <a:path h="3968703" w="3651206">
                <a:moveTo>
                  <a:pt x="0" y="0"/>
                </a:moveTo>
                <a:lnTo>
                  <a:pt x="3651206" y="0"/>
                </a:lnTo>
                <a:lnTo>
                  <a:pt x="3651206" y="3968702"/>
                </a:lnTo>
                <a:lnTo>
                  <a:pt x="0" y="39687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p:cNvSpPr/>
          <p:nvPr/>
        </p:nvSpPr>
        <p:spPr>
          <a:xfrm flipH="false" flipV="false" rot="-503002">
            <a:off x="3586939" y="1712475"/>
            <a:ext cx="1362813" cy="2390900"/>
          </a:xfrm>
          <a:custGeom>
            <a:avLst/>
            <a:gdLst/>
            <a:ahLst/>
            <a:cxnLst/>
            <a:rect r="r" b="b" t="t" l="l"/>
            <a:pathLst>
              <a:path h="2390900" w="1362813">
                <a:moveTo>
                  <a:pt x="0" y="0"/>
                </a:moveTo>
                <a:lnTo>
                  <a:pt x="1362813" y="0"/>
                </a:lnTo>
                <a:lnTo>
                  <a:pt x="1362813" y="2390900"/>
                </a:lnTo>
                <a:lnTo>
                  <a:pt x="0" y="23909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6" id="26"/>
          <p:cNvSpPr/>
          <p:nvPr/>
        </p:nvSpPr>
        <p:spPr>
          <a:xfrm flipH="false" flipV="false" rot="0">
            <a:off x="5673827" y="2001274"/>
            <a:ext cx="940240" cy="761595"/>
          </a:xfrm>
          <a:custGeom>
            <a:avLst/>
            <a:gdLst/>
            <a:ahLst/>
            <a:cxnLst/>
            <a:rect r="r" b="b" t="t" l="l"/>
            <a:pathLst>
              <a:path h="761595" w="940240">
                <a:moveTo>
                  <a:pt x="0" y="0"/>
                </a:moveTo>
                <a:lnTo>
                  <a:pt x="940241" y="0"/>
                </a:lnTo>
                <a:lnTo>
                  <a:pt x="940241" y="761595"/>
                </a:lnTo>
                <a:lnTo>
                  <a:pt x="0" y="761595"/>
                </a:lnTo>
                <a:lnTo>
                  <a:pt x="0" y="0"/>
                </a:lnTo>
                <a:close/>
              </a:path>
            </a:pathLst>
          </a:custGeom>
          <a:blipFill>
            <a:blip r:embed="rId17"/>
            <a:stretch>
              <a:fillRect l="0" t="0" r="0" b="0"/>
            </a:stretch>
          </a:blipFill>
        </p:spPr>
      </p:sp>
      <p:sp>
        <p:nvSpPr>
          <p:cNvPr name="Freeform 27" id="27"/>
          <p:cNvSpPr/>
          <p:nvPr/>
        </p:nvSpPr>
        <p:spPr>
          <a:xfrm flipH="false" flipV="false" rot="0">
            <a:off x="6558787" y="5811374"/>
            <a:ext cx="5003150" cy="1000630"/>
          </a:xfrm>
          <a:custGeom>
            <a:avLst/>
            <a:gdLst/>
            <a:ahLst/>
            <a:cxnLst/>
            <a:rect r="r" b="b" t="t" l="l"/>
            <a:pathLst>
              <a:path h="1000630" w="5003150">
                <a:moveTo>
                  <a:pt x="0" y="0"/>
                </a:moveTo>
                <a:lnTo>
                  <a:pt x="5003150" y="0"/>
                </a:lnTo>
                <a:lnTo>
                  <a:pt x="5003150" y="1000631"/>
                </a:lnTo>
                <a:lnTo>
                  <a:pt x="0" y="100063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028700"/>
            <a:ext cx="18288000" cy="8229600"/>
            <a:chOff x="0" y="0"/>
            <a:chExt cx="1634116" cy="735352"/>
          </a:xfrm>
        </p:grpSpPr>
        <p:sp>
          <p:nvSpPr>
            <p:cNvPr name="Freeform 4" id="4"/>
            <p:cNvSpPr/>
            <p:nvPr/>
          </p:nvSpPr>
          <p:spPr>
            <a:xfrm flipH="false" flipV="false" rot="0">
              <a:off x="0" y="0"/>
              <a:ext cx="1634116" cy="735352"/>
            </a:xfrm>
            <a:custGeom>
              <a:avLst/>
              <a:gdLst/>
              <a:ahLst/>
              <a:cxnLst/>
              <a:rect r="r" b="b" t="t" l="l"/>
              <a:pathLst>
                <a:path h="735352" w="1634116">
                  <a:moveTo>
                    <a:pt x="8268" y="0"/>
                  </a:moveTo>
                  <a:lnTo>
                    <a:pt x="1625848" y="0"/>
                  </a:lnTo>
                  <a:cubicBezTo>
                    <a:pt x="1628041" y="0"/>
                    <a:pt x="1630144" y="871"/>
                    <a:pt x="1631694" y="2422"/>
                  </a:cubicBezTo>
                  <a:cubicBezTo>
                    <a:pt x="1633245" y="3972"/>
                    <a:pt x="1634116" y="6075"/>
                    <a:pt x="1634116" y="8268"/>
                  </a:cubicBezTo>
                  <a:lnTo>
                    <a:pt x="1634116" y="727084"/>
                  </a:lnTo>
                  <a:cubicBezTo>
                    <a:pt x="1634116" y="731650"/>
                    <a:pt x="1630414" y="735352"/>
                    <a:pt x="1625848" y="735352"/>
                  </a:cubicBezTo>
                  <a:lnTo>
                    <a:pt x="8268" y="735352"/>
                  </a:lnTo>
                  <a:cubicBezTo>
                    <a:pt x="3702" y="735352"/>
                    <a:pt x="0" y="731650"/>
                    <a:pt x="0" y="727084"/>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77345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733149" y="1855597"/>
            <a:ext cx="10205240" cy="6575805"/>
            <a:chOff x="0" y="0"/>
            <a:chExt cx="2687800" cy="1731899"/>
          </a:xfrm>
        </p:grpSpPr>
        <p:sp>
          <p:nvSpPr>
            <p:cNvPr name="Freeform 7" id="7"/>
            <p:cNvSpPr/>
            <p:nvPr/>
          </p:nvSpPr>
          <p:spPr>
            <a:xfrm flipH="false" flipV="false" rot="0">
              <a:off x="0" y="0"/>
              <a:ext cx="2687800" cy="1731899"/>
            </a:xfrm>
            <a:custGeom>
              <a:avLst/>
              <a:gdLst/>
              <a:ahLst/>
              <a:cxnLst/>
              <a:rect r="r" b="b" t="t" l="l"/>
              <a:pathLst>
                <a:path h="1731899" w="2687800">
                  <a:moveTo>
                    <a:pt x="2608382" y="0"/>
                  </a:moveTo>
                  <a:lnTo>
                    <a:pt x="79418" y="0"/>
                  </a:lnTo>
                  <a:cubicBezTo>
                    <a:pt x="79418" y="43699"/>
                    <a:pt x="44079" y="79418"/>
                    <a:pt x="0" y="79418"/>
                  </a:cubicBezTo>
                  <a:lnTo>
                    <a:pt x="0" y="1652481"/>
                  </a:lnTo>
                  <a:cubicBezTo>
                    <a:pt x="43699" y="1652481"/>
                    <a:pt x="79418" y="1687820"/>
                    <a:pt x="79418" y="1731899"/>
                  </a:cubicBezTo>
                  <a:lnTo>
                    <a:pt x="2608382" y="1731899"/>
                  </a:lnTo>
                  <a:cubicBezTo>
                    <a:pt x="2608382" y="1688200"/>
                    <a:pt x="2643721" y="1652481"/>
                    <a:pt x="2687800" y="1652481"/>
                  </a:cubicBezTo>
                  <a:lnTo>
                    <a:pt x="2687800" y="79418"/>
                  </a:lnTo>
                  <a:cubicBezTo>
                    <a:pt x="2644100" y="79418"/>
                    <a:pt x="2608382" y="44079"/>
                    <a:pt x="2608382" y="0"/>
                  </a:cubicBezTo>
                  <a:close/>
                </a:path>
              </a:pathLst>
            </a:custGeom>
            <a:solidFill>
              <a:srgbClr val="FBF1E4"/>
            </a:solidFill>
            <a:ln w="57150" cap="sq">
              <a:solidFill>
                <a:srgbClr val="EECBAF"/>
              </a:solidFill>
              <a:prstDash val="solid"/>
              <a:miter/>
            </a:ln>
          </p:spPr>
        </p:sp>
        <p:sp>
          <p:nvSpPr>
            <p:cNvPr name="TextBox 8" id="8"/>
            <p:cNvSpPr txBox="true"/>
            <p:nvPr/>
          </p:nvSpPr>
          <p:spPr>
            <a:xfrm>
              <a:off x="38100" y="0"/>
              <a:ext cx="2611600" cy="169379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914016" y="2023129"/>
            <a:ext cx="9881925" cy="6240742"/>
            <a:chOff x="0" y="0"/>
            <a:chExt cx="2742382" cy="1731899"/>
          </a:xfrm>
        </p:grpSpPr>
        <p:sp>
          <p:nvSpPr>
            <p:cNvPr name="Freeform 10" id="10"/>
            <p:cNvSpPr/>
            <p:nvPr/>
          </p:nvSpPr>
          <p:spPr>
            <a:xfrm flipH="false" flipV="false" rot="0">
              <a:off x="0" y="0"/>
              <a:ext cx="2742382" cy="1731899"/>
            </a:xfrm>
            <a:custGeom>
              <a:avLst/>
              <a:gdLst/>
              <a:ahLst/>
              <a:cxnLst/>
              <a:rect r="r" b="b" t="t" l="l"/>
              <a:pathLst>
                <a:path h="1731899" w="2742382">
                  <a:moveTo>
                    <a:pt x="2662964" y="0"/>
                  </a:moveTo>
                  <a:lnTo>
                    <a:pt x="79418" y="0"/>
                  </a:lnTo>
                  <a:cubicBezTo>
                    <a:pt x="79418" y="43699"/>
                    <a:pt x="44079" y="79418"/>
                    <a:pt x="0" y="79418"/>
                  </a:cubicBezTo>
                  <a:lnTo>
                    <a:pt x="0" y="1652481"/>
                  </a:lnTo>
                  <a:cubicBezTo>
                    <a:pt x="43699" y="1652481"/>
                    <a:pt x="79418" y="1687820"/>
                    <a:pt x="79418" y="1731899"/>
                  </a:cubicBezTo>
                  <a:lnTo>
                    <a:pt x="2662964" y="1731899"/>
                  </a:lnTo>
                  <a:cubicBezTo>
                    <a:pt x="2662964" y="1688200"/>
                    <a:pt x="2698303" y="1652481"/>
                    <a:pt x="2742382" y="1652481"/>
                  </a:cubicBezTo>
                  <a:lnTo>
                    <a:pt x="2742382" y="79418"/>
                  </a:lnTo>
                  <a:cubicBezTo>
                    <a:pt x="2698683" y="79418"/>
                    <a:pt x="2662964" y="44079"/>
                    <a:pt x="2662964" y="0"/>
                  </a:cubicBezTo>
                  <a:close/>
                </a:path>
              </a:pathLst>
            </a:custGeom>
            <a:solidFill>
              <a:srgbClr val="FBF1E4"/>
            </a:solidFill>
            <a:ln w="38100" cap="sq">
              <a:solidFill>
                <a:srgbClr val="EECBAF"/>
              </a:solidFill>
              <a:prstDash val="dash"/>
              <a:miter/>
            </a:ln>
          </p:spPr>
        </p:sp>
        <p:sp>
          <p:nvSpPr>
            <p:cNvPr name="TextBox 11" id="11"/>
            <p:cNvSpPr txBox="true"/>
            <p:nvPr/>
          </p:nvSpPr>
          <p:spPr>
            <a:xfrm>
              <a:off x="38100" y="0"/>
              <a:ext cx="2666182" cy="1693799"/>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1141691" y="973672"/>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8291519" y="2613682"/>
            <a:ext cx="7126919" cy="1005714"/>
          </a:xfrm>
          <a:prstGeom prst="rect">
            <a:avLst/>
          </a:prstGeom>
        </p:spPr>
        <p:txBody>
          <a:bodyPr anchor="t" rtlCol="false" tIns="0" lIns="0" bIns="0" rIns="0">
            <a:spAutoFit/>
          </a:bodyPr>
          <a:lstStyle/>
          <a:p>
            <a:pPr algn="ctr">
              <a:lnSpc>
                <a:spcPts val="7546"/>
              </a:lnSpc>
            </a:pPr>
            <a:r>
              <a:rPr lang="en-US" sz="7700">
                <a:solidFill>
                  <a:srgbClr val="D69897"/>
                </a:solidFill>
                <a:latin typeface="Cherry Bomb One"/>
                <a:ea typeface="Cherry Bomb One"/>
                <a:cs typeface="Cherry Bomb One"/>
                <a:sym typeface="Cherry Bomb One"/>
              </a:rPr>
              <a:t>Latar Belakang</a:t>
            </a:r>
          </a:p>
        </p:txBody>
      </p:sp>
      <p:sp>
        <p:nvSpPr>
          <p:cNvPr name="Freeform 14" id="14"/>
          <p:cNvSpPr/>
          <p:nvPr/>
        </p:nvSpPr>
        <p:spPr>
          <a:xfrm flipH="false" flipV="false" rot="0">
            <a:off x="17259300" y="2253651"/>
            <a:ext cx="607464" cy="778800"/>
          </a:xfrm>
          <a:custGeom>
            <a:avLst/>
            <a:gdLst/>
            <a:ahLst/>
            <a:cxnLst/>
            <a:rect r="r" b="b" t="t" l="l"/>
            <a:pathLst>
              <a:path h="778800" w="607464">
                <a:moveTo>
                  <a:pt x="0" y="0"/>
                </a:moveTo>
                <a:lnTo>
                  <a:pt x="607464" y="0"/>
                </a:lnTo>
                <a:lnTo>
                  <a:pt x="607464" y="778799"/>
                </a:lnTo>
                <a:lnTo>
                  <a:pt x="0" y="7787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724968" y="1603539"/>
            <a:ext cx="607464" cy="778800"/>
          </a:xfrm>
          <a:custGeom>
            <a:avLst/>
            <a:gdLst/>
            <a:ahLst/>
            <a:cxnLst/>
            <a:rect r="r" b="b" t="t" l="l"/>
            <a:pathLst>
              <a:path h="778800" w="607464">
                <a:moveTo>
                  <a:pt x="0" y="0"/>
                </a:moveTo>
                <a:lnTo>
                  <a:pt x="607464" y="0"/>
                </a:lnTo>
                <a:lnTo>
                  <a:pt x="607464" y="778799"/>
                </a:lnTo>
                <a:lnTo>
                  <a:pt x="0" y="7787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496902" y="6186227"/>
            <a:ext cx="456132" cy="584784"/>
          </a:xfrm>
          <a:custGeom>
            <a:avLst/>
            <a:gdLst/>
            <a:ahLst/>
            <a:cxnLst/>
            <a:rect r="r" b="b" t="t" l="l"/>
            <a:pathLst>
              <a:path h="584784" w="456132">
                <a:moveTo>
                  <a:pt x="0" y="0"/>
                </a:moveTo>
                <a:lnTo>
                  <a:pt x="456132" y="0"/>
                </a:lnTo>
                <a:lnTo>
                  <a:pt x="456132" y="584784"/>
                </a:lnTo>
                <a:lnTo>
                  <a:pt x="0" y="584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7818974" y="3925548"/>
            <a:ext cx="8072008" cy="3909695"/>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p:txBody>
      </p:sp>
      <p:sp>
        <p:nvSpPr>
          <p:cNvPr name="Freeform 18" id="18"/>
          <p:cNvSpPr/>
          <p:nvPr/>
        </p:nvSpPr>
        <p:spPr>
          <a:xfrm flipH="false" flipV="false" rot="0">
            <a:off x="1349611" y="2153301"/>
            <a:ext cx="4335788" cy="5980398"/>
          </a:xfrm>
          <a:custGeom>
            <a:avLst/>
            <a:gdLst/>
            <a:ahLst/>
            <a:cxnLst/>
            <a:rect r="r" b="b" t="t" l="l"/>
            <a:pathLst>
              <a:path h="5980398" w="4335788">
                <a:moveTo>
                  <a:pt x="0" y="0"/>
                </a:moveTo>
                <a:lnTo>
                  <a:pt x="4335788" y="0"/>
                </a:lnTo>
                <a:lnTo>
                  <a:pt x="4335788" y="5980398"/>
                </a:lnTo>
                <a:lnTo>
                  <a:pt x="0" y="59803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90683">
            <a:off x="3108393" y="6657172"/>
            <a:ext cx="2412061" cy="1664322"/>
          </a:xfrm>
          <a:custGeom>
            <a:avLst/>
            <a:gdLst/>
            <a:ahLst/>
            <a:cxnLst/>
            <a:rect r="r" b="b" t="t" l="l"/>
            <a:pathLst>
              <a:path h="1664322" w="2412061">
                <a:moveTo>
                  <a:pt x="0" y="0"/>
                </a:moveTo>
                <a:lnTo>
                  <a:pt x="2412062" y="0"/>
                </a:lnTo>
                <a:lnTo>
                  <a:pt x="2412062" y="1664322"/>
                </a:lnTo>
                <a:lnTo>
                  <a:pt x="0" y="16643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028700"/>
            <a:ext cx="18288000" cy="8229600"/>
            <a:chOff x="0" y="0"/>
            <a:chExt cx="1634116" cy="735352"/>
          </a:xfrm>
        </p:grpSpPr>
        <p:sp>
          <p:nvSpPr>
            <p:cNvPr name="Freeform 4" id="4"/>
            <p:cNvSpPr/>
            <p:nvPr/>
          </p:nvSpPr>
          <p:spPr>
            <a:xfrm flipH="false" flipV="false" rot="0">
              <a:off x="0" y="0"/>
              <a:ext cx="1634116" cy="735352"/>
            </a:xfrm>
            <a:custGeom>
              <a:avLst/>
              <a:gdLst/>
              <a:ahLst/>
              <a:cxnLst/>
              <a:rect r="r" b="b" t="t" l="l"/>
              <a:pathLst>
                <a:path h="735352" w="1634116">
                  <a:moveTo>
                    <a:pt x="8268" y="0"/>
                  </a:moveTo>
                  <a:lnTo>
                    <a:pt x="1625848" y="0"/>
                  </a:lnTo>
                  <a:cubicBezTo>
                    <a:pt x="1628041" y="0"/>
                    <a:pt x="1630144" y="871"/>
                    <a:pt x="1631694" y="2422"/>
                  </a:cubicBezTo>
                  <a:cubicBezTo>
                    <a:pt x="1633245" y="3972"/>
                    <a:pt x="1634116" y="6075"/>
                    <a:pt x="1634116" y="8268"/>
                  </a:cubicBezTo>
                  <a:lnTo>
                    <a:pt x="1634116" y="727084"/>
                  </a:lnTo>
                  <a:cubicBezTo>
                    <a:pt x="1634116" y="731650"/>
                    <a:pt x="1630414" y="735352"/>
                    <a:pt x="1625848" y="735352"/>
                  </a:cubicBezTo>
                  <a:lnTo>
                    <a:pt x="8268" y="735352"/>
                  </a:lnTo>
                  <a:cubicBezTo>
                    <a:pt x="3702" y="735352"/>
                    <a:pt x="0" y="731650"/>
                    <a:pt x="0" y="727084"/>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77345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3220510"/>
            <a:ext cx="7831137" cy="5092189"/>
            <a:chOff x="0" y="0"/>
            <a:chExt cx="10441516" cy="6789585"/>
          </a:xfrm>
        </p:grpSpPr>
        <p:grpSp>
          <p:nvGrpSpPr>
            <p:cNvPr name="Group 7" id="7"/>
            <p:cNvGrpSpPr/>
            <p:nvPr/>
          </p:nvGrpSpPr>
          <p:grpSpPr>
            <a:xfrm rot="0">
              <a:off x="0" y="0"/>
              <a:ext cx="10441516" cy="6789585"/>
              <a:chOff x="0" y="0"/>
              <a:chExt cx="3892100" cy="2530834"/>
            </a:xfrm>
          </p:grpSpPr>
          <p:sp>
            <p:nvSpPr>
              <p:cNvPr name="Freeform 8" id="8"/>
              <p:cNvSpPr/>
              <p:nvPr/>
            </p:nvSpPr>
            <p:spPr>
              <a:xfrm flipH="false" flipV="false" rot="0">
                <a:off x="0" y="0"/>
                <a:ext cx="3892100" cy="2530834"/>
              </a:xfrm>
              <a:custGeom>
                <a:avLst/>
                <a:gdLst/>
                <a:ahLst/>
                <a:cxnLst/>
                <a:rect r="r" b="b" t="t" l="l"/>
                <a:pathLst>
                  <a:path h="2530834" w="3892100">
                    <a:moveTo>
                      <a:pt x="3812682" y="0"/>
                    </a:moveTo>
                    <a:lnTo>
                      <a:pt x="79418" y="0"/>
                    </a:lnTo>
                    <a:cubicBezTo>
                      <a:pt x="79418" y="43699"/>
                      <a:pt x="44079" y="79418"/>
                      <a:pt x="0" y="79418"/>
                    </a:cubicBezTo>
                    <a:lnTo>
                      <a:pt x="0" y="2451416"/>
                    </a:lnTo>
                    <a:cubicBezTo>
                      <a:pt x="43699" y="2451416"/>
                      <a:pt x="79418" y="2486755"/>
                      <a:pt x="79418" y="2530834"/>
                    </a:cubicBezTo>
                    <a:lnTo>
                      <a:pt x="3812682" y="2530834"/>
                    </a:lnTo>
                    <a:cubicBezTo>
                      <a:pt x="3812682" y="2487134"/>
                      <a:pt x="3848021" y="2451416"/>
                      <a:pt x="3892100" y="2451416"/>
                    </a:cubicBezTo>
                    <a:lnTo>
                      <a:pt x="3892100" y="79418"/>
                    </a:lnTo>
                    <a:cubicBezTo>
                      <a:pt x="3848400" y="79418"/>
                      <a:pt x="3812682" y="44079"/>
                      <a:pt x="3812682" y="0"/>
                    </a:cubicBezTo>
                    <a:close/>
                  </a:path>
                </a:pathLst>
              </a:custGeom>
              <a:solidFill>
                <a:srgbClr val="FBF1E4"/>
              </a:solidFill>
              <a:ln w="57150" cap="sq">
                <a:solidFill>
                  <a:srgbClr val="EECBAF"/>
                </a:solidFill>
                <a:prstDash val="solid"/>
                <a:miter/>
              </a:ln>
            </p:spPr>
          </p:sp>
          <p:sp>
            <p:nvSpPr>
              <p:cNvPr name="TextBox 9" id="9"/>
              <p:cNvSpPr txBox="true"/>
              <p:nvPr/>
            </p:nvSpPr>
            <p:spPr>
              <a:xfrm>
                <a:off x="38100" y="0"/>
                <a:ext cx="3815900" cy="249273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85054" y="172978"/>
              <a:ext cx="10110716" cy="6443629"/>
              <a:chOff x="0" y="0"/>
              <a:chExt cx="3971138" cy="2530834"/>
            </a:xfrm>
          </p:grpSpPr>
          <p:sp>
            <p:nvSpPr>
              <p:cNvPr name="Freeform 11" id="11"/>
              <p:cNvSpPr/>
              <p:nvPr/>
            </p:nvSpPr>
            <p:spPr>
              <a:xfrm flipH="false" flipV="false" rot="0">
                <a:off x="0" y="0"/>
                <a:ext cx="3971139" cy="2530834"/>
              </a:xfrm>
              <a:custGeom>
                <a:avLst/>
                <a:gdLst/>
                <a:ahLst/>
                <a:cxnLst/>
                <a:rect r="r" b="b" t="t" l="l"/>
                <a:pathLst>
                  <a:path h="2530834" w="3971139">
                    <a:moveTo>
                      <a:pt x="3891720" y="0"/>
                    </a:moveTo>
                    <a:lnTo>
                      <a:pt x="79418" y="0"/>
                    </a:lnTo>
                    <a:cubicBezTo>
                      <a:pt x="79418" y="43699"/>
                      <a:pt x="44079" y="79418"/>
                      <a:pt x="0" y="79418"/>
                    </a:cubicBezTo>
                    <a:lnTo>
                      <a:pt x="0" y="2451416"/>
                    </a:lnTo>
                    <a:cubicBezTo>
                      <a:pt x="43699" y="2451416"/>
                      <a:pt x="79418" y="2486755"/>
                      <a:pt x="79418" y="2530834"/>
                    </a:cubicBezTo>
                    <a:lnTo>
                      <a:pt x="3891720" y="2530834"/>
                    </a:lnTo>
                    <a:cubicBezTo>
                      <a:pt x="3891720" y="2487134"/>
                      <a:pt x="3927060" y="2451416"/>
                      <a:pt x="3971139" y="2451416"/>
                    </a:cubicBezTo>
                    <a:lnTo>
                      <a:pt x="3971139" y="79418"/>
                    </a:lnTo>
                    <a:cubicBezTo>
                      <a:pt x="3927439" y="79418"/>
                      <a:pt x="3891720" y="44079"/>
                      <a:pt x="3891720" y="0"/>
                    </a:cubicBezTo>
                    <a:close/>
                  </a:path>
                </a:pathLst>
              </a:custGeom>
              <a:solidFill>
                <a:srgbClr val="FBF1E4"/>
              </a:solidFill>
              <a:ln w="38100" cap="sq">
                <a:solidFill>
                  <a:srgbClr val="EECBAF"/>
                </a:solidFill>
                <a:prstDash val="dash"/>
                <a:miter/>
              </a:ln>
            </p:spPr>
          </p:sp>
          <p:sp>
            <p:nvSpPr>
              <p:cNvPr name="TextBox 12" id="12"/>
              <p:cNvSpPr txBox="true"/>
              <p:nvPr/>
            </p:nvSpPr>
            <p:spPr>
              <a:xfrm>
                <a:off x="38100" y="0"/>
                <a:ext cx="3894938" cy="2492734"/>
              </a:xfrm>
              <a:prstGeom prst="rect">
                <a:avLst/>
              </a:prstGeom>
            </p:spPr>
            <p:txBody>
              <a:bodyPr anchor="ctr" rtlCol="false" tIns="50800" lIns="50800" bIns="50800" rIns="50800"/>
              <a:lstStyle/>
              <a:p>
                <a:pPr algn="ctr">
                  <a:lnSpc>
                    <a:spcPts val="2659"/>
                  </a:lnSpc>
                </a:pPr>
              </a:p>
            </p:txBody>
          </p:sp>
        </p:grpSp>
      </p:grpSp>
      <p:sp>
        <p:nvSpPr>
          <p:cNvPr name="Freeform 13" id="13"/>
          <p:cNvSpPr/>
          <p:nvPr/>
        </p:nvSpPr>
        <p:spPr>
          <a:xfrm flipH="false" flipV="false" rot="0">
            <a:off x="11141691" y="973672"/>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9428163" y="3220510"/>
            <a:ext cx="7831137" cy="5092189"/>
            <a:chOff x="0" y="0"/>
            <a:chExt cx="10441516" cy="6789585"/>
          </a:xfrm>
        </p:grpSpPr>
        <p:grpSp>
          <p:nvGrpSpPr>
            <p:cNvPr name="Group 15" id="15"/>
            <p:cNvGrpSpPr/>
            <p:nvPr/>
          </p:nvGrpSpPr>
          <p:grpSpPr>
            <a:xfrm rot="0">
              <a:off x="0" y="0"/>
              <a:ext cx="10441516" cy="6789585"/>
              <a:chOff x="0" y="0"/>
              <a:chExt cx="3892100" cy="2530834"/>
            </a:xfrm>
          </p:grpSpPr>
          <p:sp>
            <p:nvSpPr>
              <p:cNvPr name="Freeform 16" id="16"/>
              <p:cNvSpPr/>
              <p:nvPr/>
            </p:nvSpPr>
            <p:spPr>
              <a:xfrm flipH="false" flipV="false" rot="0">
                <a:off x="0" y="0"/>
                <a:ext cx="3892100" cy="2530834"/>
              </a:xfrm>
              <a:custGeom>
                <a:avLst/>
                <a:gdLst/>
                <a:ahLst/>
                <a:cxnLst/>
                <a:rect r="r" b="b" t="t" l="l"/>
                <a:pathLst>
                  <a:path h="2530834" w="3892100">
                    <a:moveTo>
                      <a:pt x="3812682" y="0"/>
                    </a:moveTo>
                    <a:lnTo>
                      <a:pt x="79418" y="0"/>
                    </a:lnTo>
                    <a:cubicBezTo>
                      <a:pt x="79418" y="43699"/>
                      <a:pt x="44079" y="79418"/>
                      <a:pt x="0" y="79418"/>
                    </a:cubicBezTo>
                    <a:lnTo>
                      <a:pt x="0" y="2451416"/>
                    </a:lnTo>
                    <a:cubicBezTo>
                      <a:pt x="43699" y="2451416"/>
                      <a:pt x="79418" y="2486755"/>
                      <a:pt x="79418" y="2530834"/>
                    </a:cubicBezTo>
                    <a:lnTo>
                      <a:pt x="3812682" y="2530834"/>
                    </a:lnTo>
                    <a:cubicBezTo>
                      <a:pt x="3812682" y="2487134"/>
                      <a:pt x="3848021" y="2451416"/>
                      <a:pt x="3892100" y="2451416"/>
                    </a:cubicBezTo>
                    <a:lnTo>
                      <a:pt x="3892100" y="79418"/>
                    </a:lnTo>
                    <a:cubicBezTo>
                      <a:pt x="3848400" y="79418"/>
                      <a:pt x="3812682" y="44079"/>
                      <a:pt x="3812682" y="0"/>
                    </a:cubicBezTo>
                    <a:close/>
                  </a:path>
                </a:pathLst>
              </a:custGeom>
              <a:solidFill>
                <a:srgbClr val="FBF1E4"/>
              </a:solidFill>
              <a:ln w="57150" cap="sq">
                <a:solidFill>
                  <a:srgbClr val="EECBAF"/>
                </a:solidFill>
                <a:prstDash val="solid"/>
                <a:miter/>
              </a:ln>
            </p:spPr>
          </p:sp>
          <p:sp>
            <p:nvSpPr>
              <p:cNvPr name="TextBox 17" id="17"/>
              <p:cNvSpPr txBox="true"/>
              <p:nvPr/>
            </p:nvSpPr>
            <p:spPr>
              <a:xfrm>
                <a:off x="38100" y="0"/>
                <a:ext cx="3815900" cy="2492734"/>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85054" y="172978"/>
              <a:ext cx="10110716" cy="6443629"/>
              <a:chOff x="0" y="0"/>
              <a:chExt cx="3971138" cy="2530834"/>
            </a:xfrm>
          </p:grpSpPr>
          <p:sp>
            <p:nvSpPr>
              <p:cNvPr name="Freeform 19" id="19"/>
              <p:cNvSpPr/>
              <p:nvPr/>
            </p:nvSpPr>
            <p:spPr>
              <a:xfrm flipH="false" flipV="false" rot="0">
                <a:off x="0" y="0"/>
                <a:ext cx="3971139" cy="2530834"/>
              </a:xfrm>
              <a:custGeom>
                <a:avLst/>
                <a:gdLst/>
                <a:ahLst/>
                <a:cxnLst/>
                <a:rect r="r" b="b" t="t" l="l"/>
                <a:pathLst>
                  <a:path h="2530834" w="3971139">
                    <a:moveTo>
                      <a:pt x="3891720" y="0"/>
                    </a:moveTo>
                    <a:lnTo>
                      <a:pt x="79418" y="0"/>
                    </a:lnTo>
                    <a:cubicBezTo>
                      <a:pt x="79418" y="43699"/>
                      <a:pt x="44079" y="79418"/>
                      <a:pt x="0" y="79418"/>
                    </a:cubicBezTo>
                    <a:lnTo>
                      <a:pt x="0" y="2451416"/>
                    </a:lnTo>
                    <a:cubicBezTo>
                      <a:pt x="43699" y="2451416"/>
                      <a:pt x="79418" y="2486755"/>
                      <a:pt x="79418" y="2530834"/>
                    </a:cubicBezTo>
                    <a:lnTo>
                      <a:pt x="3891720" y="2530834"/>
                    </a:lnTo>
                    <a:cubicBezTo>
                      <a:pt x="3891720" y="2487134"/>
                      <a:pt x="3927060" y="2451416"/>
                      <a:pt x="3971139" y="2451416"/>
                    </a:cubicBezTo>
                    <a:lnTo>
                      <a:pt x="3971139" y="79418"/>
                    </a:lnTo>
                    <a:cubicBezTo>
                      <a:pt x="3927439" y="79418"/>
                      <a:pt x="3891720" y="44079"/>
                      <a:pt x="3891720" y="0"/>
                    </a:cubicBezTo>
                    <a:close/>
                  </a:path>
                </a:pathLst>
              </a:custGeom>
              <a:solidFill>
                <a:srgbClr val="FBF1E4"/>
              </a:solidFill>
              <a:ln w="38100" cap="sq">
                <a:solidFill>
                  <a:srgbClr val="EECBAF"/>
                </a:solidFill>
                <a:prstDash val="dash"/>
                <a:miter/>
              </a:ln>
            </p:spPr>
          </p:sp>
          <p:sp>
            <p:nvSpPr>
              <p:cNvPr name="TextBox 20" id="20"/>
              <p:cNvSpPr txBox="true"/>
              <p:nvPr/>
            </p:nvSpPr>
            <p:spPr>
              <a:xfrm>
                <a:off x="38100" y="0"/>
                <a:ext cx="3894938" cy="2492734"/>
              </a:xfrm>
              <a:prstGeom prst="rect">
                <a:avLst/>
              </a:prstGeom>
            </p:spPr>
            <p:txBody>
              <a:bodyPr anchor="ctr" rtlCol="false" tIns="50800" lIns="50800" bIns="50800" rIns="50800"/>
              <a:lstStyle/>
              <a:p>
                <a:pPr algn="ctr">
                  <a:lnSpc>
                    <a:spcPts val="2659"/>
                  </a:lnSpc>
                </a:pPr>
              </a:p>
            </p:txBody>
          </p:sp>
        </p:grpSp>
      </p:grpSp>
      <p:sp>
        <p:nvSpPr>
          <p:cNvPr name="Freeform 21" id="21"/>
          <p:cNvSpPr/>
          <p:nvPr/>
        </p:nvSpPr>
        <p:spPr>
          <a:xfrm flipH="false" flipV="false" rot="0">
            <a:off x="1237905" y="4348690"/>
            <a:ext cx="1786572" cy="2835829"/>
          </a:xfrm>
          <a:custGeom>
            <a:avLst/>
            <a:gdLst/>
            <a:ahLst/>
            <a:cxnLst/>
            <a:rect r="r" b="b" t="t" l="l"/>
            <a:pathLst>
              <a:path h="2835829" w="1786572">
                <a:moveTo>
                  <a:pt x="0" y="0"/>
                </a:moveTo>
                <a:lnTo>
                  <a:pt x="1786572" y="0"/>
                </a:lnTo>
                <a:lnTo>
                  <a:pt x="1786572" y="2835829"/>
                </a:lnTo>
                <a:lnTo>
                  <a:pt x="0" y="2835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9831595" y="4348690"/>
            <a:ext cx="1715677" cy="2835829"/>
          </a:xfrm>
          <a:custGeom>
            <a:avLst/>
            <a:gdLst/>
            <a:ahLst/>
            <a:cxnLst/>
            <a:rect r="r" b="b" t="t" l="l"/>
            <a:pathLst>
              <a:path h="2835829" w="1715677">
                <a:moveTo>
                  <a:pt x="0" y="0"/>
                </a:moveTo>
                <a:lnTo>
                  <a:pt x="1715677" y="0"/>
                </a:lnTo>
                <a:lnTo>
                  <a:pt x="1715677" y="2835829"/>
                </a:lnTo>
                <a:lnTo>
                  <a:pt x="0" y="28358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0">
            <a:off x="4203037" y="1655572"/>
            <a:ext cx="9881925" cy="1005714"/>
          </a:xfrm>
          <a:prstGeom prst="rect">
            <a:avLst/>
          </a:prstGeom>
        </p:spPr>
        <p:txBody>
          <a:bodyPr anchor="t" rtlCol="false" tIns="0" lIns="0" bIns="0" rIns="0">
            <a:spAutoFit/>
          </a:bodyPr>
          <a:lstStyle/>
          <a:p>
            <a:pPr algn="ctr">
              <a:lnSpc>
                <a:spcPts val="7546"/>
              </a:lnSpc>
            </a:pPr>
            <a:r>
              <a:rPr lang="en-US" sz="7700">
                <a:solidFill>
                  <a:srgbClr val="D69897"/>
                </a:solidFill>
                <a:latin typeface="Cherry Bomb One"/>
                <a:ea typeface="Cherry Bomb One"/>
                <a:cs typeface="Cherry Bomb One"/>
                <a:sym typeface="Cherry Bomb One"/>
              </a:rPr>
              <a:t>Tujuan Pembahasan</a:t>
            </a:r>
          </a:p>
        </p:txBody>
      </p:sp>
      <p:sp>
        <p:nvSpPr>
          <p:cNvPr name="TextBox 24" id="24"/>
          <p:cNvSpPr txBox="true"/>
          <p:nvPr/>
        </p:nvSpPr>
        <p:spPr>
          <a:xfrm rot="0">
            <a:off x="3024477" y="3502195"/>
            <a:ext cx="5350776" cy="44716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 Donec commodo euismod sapien, quis sagittis leo blandit eget.</a:t>
            </a:r>
          </a:p>
        </p:txBody>
      </p:sp>
      <p:sp>
        <p:nvSpPr>
          <p:cNvPr name="TextBox 25" id="25"/>
          <p:cNvSpPr txBox="true"/>
          <p:nvPr/>
        </p:nvSpPr>
        <p:spPr>
          <a:xfrm rot="0">
            <a:off x="11423940" y="3502195"/>
            <a:ext cx="5350776" cy="44716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 Donec commodo euismod sapien, quis sagittis leo blandit eget.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028700"/>
            <a:ext cx="18288000" cy="8229600"/>
            <a:chOff x="0" y="0"/>
            <a:chExt cx="1634116" cy="735352"/>
          </a:xfrm>
        </p:grpSpPr>
        <p:sp>
          <p:nvSpPr>
            <p:cNvPr name="Freeform 4" id="4"/>
            <p:cNvSpPr/>
            <p:nvPr/>
          </p:nvSpPr>
          <p:spPr>
            <a:xfrm flipH="false" flipV="false" rot="0">
              <a:off x="0" y="0"/>
              <a:ext cx="1634116" cy="735352"/>
            </a:xfrm>
            <a:custGeom>
              <a:avLst/>
              <a:gdLst/>
              <a:ahLst/>
              <a:cxnLst/>
              <a:rect r="r" b="b" t="t" l="l"/>
              <a:pathLst>
                <a:path h="735352" w="1634116">
                  <a:moveTo>
                    <a:pt x="8268" y="0"/>
                  </a:moveTo>
                  <a:lnTo>
                    <a:pt x="1625848" y="0"/>
                  </a:lnTo>
                  <a:cubicBezTo>
                    <a:pt x="1628041" y="0"/>
                    <a:pt x="1630144" y="871"/>
                    <a:pt x="1631694" y="2422"/>
                  </a:cubicBezTo>
                  <a:cubicBezTo>
                    <a:pt x="1633245" y="3972"/>
                    <a:pt x="1634116" y="6075"/>
                    <a:pt x="1634116" y="8268"/>
                  </a:cubicBezTo>
                  <a:lnTo>
                    <a:pt x="1634116" y="727084"/>
                  </a:lnTo>
                  <a:cubicBezTo>
                    <a:pt x="1634116" y="731650"/>
                    <a:pt x="1630414" y="735352"/>
                    <a:pt x="1625848" y="735352"/>
                  </a:cubicBezTo>
                  <a:lnTo>
                    <a:pt x="8268" y="735352"/>
                  </a:lnTo>
                  <a:cubicBezTo>
                    <a:pt x="3702" y="735352"/>
                    <a:pt x="0" y="731650"/>
                    <a:pt x="0" y="727084"/>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77345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1141691" y="973672"/>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820960" y="3361738"/>
            <a:ext cx="7231432" cy="44716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p:txBody>
      </p:sp>
      <p:sp>
        <p:nvSpPr>
          <p:cNvPr name="Freeform 8" id="8"/>
          <p:cNvSpPr/>
          <p:nvPr/>
        </p:nvSpPr>
        <p:spPr>
          <a:xfrm flipH="false" flipV="false" rot="0">
            <a:off x="16144663" y="6172200"/>
            <a:ext cx="1481328" cy="4114800"/>
          </a:xfrm>
          <a:custGeom>
            <a:avLst/>
            <a:gdLst/>
            <a:ahLst/>
            <a:cxnLst/>
            <a:rect r="r" b="b" t="t" l="l"/>
            <a:pathLst>
              <a:path h="4114800" w="1481328">
                <a:moveTo>
                  <a:pt x="0" y="0"/>
                </a:moveTo>
                <a:lnTo>
                  <a:pt x="1481328" y="0"/>
                </a:lnTo>
                <a:lnTo>
                  <a:pt x="148132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a:grpSpLocks noChangeAspect="true"/>
          </p:cNvGrpSpPr>
          <p:nvPr/>
        </p:nvGrpSpPr>
        <p:grpSpPr>
          <a:xfrm rot="814568">
            <a:off x="11092730" y="3482803"/>
            <a:ext cx="4930366" cy="4925749"/>
            <a:chOff x="0" y="0"/>
            <a:chExt cx="3255264" cy="3252216"/>
          </a:xfrm>
        </p:grpSpPr>
        <p:sp>
          <p:nvSpPr>
            <p:cNvPr name="Freeform 10" id="10"/>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7"/>
              <a:stretch>
                <a:fillRect l="-15" t="0" r="-15" b="0"/>
              </a:stretch>
            </a:blipFill>
          </p:spPr>
        </p:sp>
        <p:sp>
          <p:nvSpPr>
            <p:cNvPr name="Freeform 11" id="11"/>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8"/>
              <a:stretch>
                <a:fillRect l="0" t="-25931" r="0" b="-25931"/>
              </a:stretch>
            </a:blipFill>
          </p:spPr>
        </p:sp>
      </p:grpSp>
      <p:sp>
        <p:nvSpPr>
          <p:cNvPr name="Freeform 12" id="12"/>
          <p:cNvSpPr/>
          <p:nvPr/>
        </p:nvSpPr>
        <p:spPr>
          <a:xfrm flipH="true" flipV="false" rot="0">
            <a:off x="441579" y="7235792"/>
            <a:ext cx="1845981" cy="3051208"/>
          </a:xfrm>
          <a:custGeom>
            <a:avLst/>
            <a:gdLst/>
            <a:ahLst/>
            <a:cxnLst/>
            <a:rect r="r" b="b" t="t" l="l"/>
            <a:pathLst>
              <a:path h="3051208" w="1845981">
                <a:moveTo>
                  <a:pt x="1845981" y="0"/>
                </a:moveTo>
                <a:lnTo>
                  <a:pt x="0" y="0"/>
                </a:lnTo>
                <a:lnTo>
                  <a:pt x="0" y="3051208"/>
                </a:lnTo>
                <a:lnTo>
                  <a:pt x="1845981" y="3051208"/>
                </a:lnTo>
                <a:lnTo>
                  <a:pt x="1845981"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4203037" y="1655572"/>
            <a:ext cx="9881925" cy="1005714"/>
          </a:xfrm>
          <a:prstGeom prst="rect">
            <a:avLst/>
          </a:prstGeom>
        </p:spPr>
        <p:txBody>
          <a:bodyPr anchor="t" rtlCol="false" tIns="0" lIns="0" bIns="0" rIns="0">
            <a:spAutoFit/>
          </a:bodyPr>
          <a:lstStyle/>
          <a:p>
            <a:pPr algn="ctr">
              <a:lnSpc>
                <a:spcPts val="7546"/>
              </a:lnSpc>
            </a:pPr>
            <a:r>
              <a:rPr lang="en-US" sz="7700">
                <a:solidFill>
                  <a:srgbClr val="D69897"/>
                </a:solidFill>
                <a:latin typeface="Cherry Bomb One"/>
                <a:ea typeface="Cherry Bomb One"/>
                <a:cs typeface="Cherry Bomb One"/>
                <a:sym typeface="Cherry Bomb One"/>
              </a:rPr>
              <a:t>Gambaran Umum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028700"/>
            <a:ext cx="18288000" cy="8229600"/>
            <a:chOff x="0" y="0"/>
            <a:chExt cx="1634116" cy="735352"/>
          </a:xfrm>
        </p:grpSpPr>
        <p:sp>
          <p:nvSpPr>
            <p:cNvPr name="Freeform 4" id="4"/>
            <p:cNvSpPr/>
            <p:nvPr/>
          </p:nvSpPr>
          <p:spPr>
            <a:xfrm flipH="false" flipV="false" rot="0">
              <a:off x="0" y="0"/>
              <a:ext cx="1634116" cy="735352"/>
            </a:xfrm>
            <a:custGeom>
              <a:avLst/>
              <a:gdLst/>
              <a:ahLst/>
              <a:cxnLst/>
              <a:rect r="r" b="b" t="t" l="l"/>
              <a:pathLst>
                <a:path h="735352" w="1634116">
                  <a:moveTo>
                    <a:pt x="8268" y="0"/>
                  </a:moveTo>
                  <a:lnTo>
                    <a:pt x="1625848" y="0"/>
                  </a:lnTo>
                  <a:cubicBezTo>
                    <a:pt x="1628041" y="0"/>
                    <a:pt x="1630144" y="871"/>
                    <a:pt x="1631694" y="2422"/>
                  </a:cubicBezTo>
                  <a:cubicBezTo>
                    <a:pt x="1633245" y="3972"/>
                    <a:pt x="1634116" y="6075"/>
                    <a:pt x="1634116" y="8268"/>
                  </a:cubicBezTo>
                  <a:lnTo>
                    <a:pt x="1634116" y="727084"/>
                  </a:lnTo>
                  <a:cubicBezTo>
                    <a:pt x="1634116" y="731650"/>
                    <a:pt x="1630414" y="735352"/>
                    <a:pt x="1625848" y="735352"/>
                  </a:cubicBezTo>
                  <a:lnTo>
                    <a:pt x="8268" y="735352"/>
                  </a:lnTo>
                  <a:cubicBezTo>
                    <a:pt x="3702" y="735352"/>
                    <a:pt x="0" y="731650"/>
                    <a:pt x="0" y="727084"/>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77345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1141691" y="973672"/>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781738" y="3302842"/>
            <a:ext cx="4359953" cy="4739079"/>
          </a:xfrm>
          <a:custGeom>
            <a:avLst/>
            <a:gdLst/>
            <a:ahLst/>
            <a:cxnLst/>
            <a:rect r="r" b="b" t="t" l="l"/>
            <a:pathLst>
              <a:path h="4739079" w="4359953">
                <a:moveTo>
                  <a:pt x="0" y="0"/>
                </a:moveTo>
                <a:lnTo>
                  <a:pt x="4359953" y="0"/>
                </a:lnTo>
                <a:lnTo>
                  <a:pt x="4359953" y="4739079"/>
                </a:lnTo>
                <a:lnTo>
                  <a:pt x="0" y="4739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618682">
            <a:off x="-13735" y="716864"/>
            <a:ext cx="2084870" cy="1772139"/>
          </a:xfrm>
          <a:custGeom>
            <a:avLst/>
            <a:gdLst/>
            <a:ahLst/>
            <a:cxnLst/>
            <a:rect r="r" b="b" t="t" l="l"/>
            <a:pathLst>
              <a:path h="1772139" w="2084870">
                <a:moveTo>
                  <a:pt x="0" y="0"/>
                </a:moveTo>
                <a:lnTo>
                  <a:pt x="2084870" y="0"/>
                </a:lnTo>
                <a:lnTo>
                  <a:pt x="2084870" y="1772139"/>
                </a:lnTo>
                <a:lnTo>
                  <a:pt x="0" y="177213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262206" y="3117141"/>
            <a:ext cx="5414649" cy="2555240"/>
          </a:xfrm>
          <a:prstGeom prst="rect">
            <a:avLst/>
          </a:prstGeom>
        </p:spPr>
        <p:txBody>
          <a:bodyPr anchor="t" rtlCol="false" tIns="0" lIns="0" bIns="0" rIns="0">
            <a:spAutoFit/>
          </a:bodyPr>
          <a:lstStyle/>
          <a:p>
            <a:pPr algn="ctr">
              <a:lnSpc>
                <a:spcPts val="4060"/>
              </a:lnSpc>
              <a:spcBef>
                <a:spcPct val="0"/>
              </a:spcBef>
            </a:pPr>
            <a:r>
              <a:rPr lang="en-US" sz="29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a:t>
            </a:r>
          </a:p>
        </p:txBody>
      </p:sp>
      <p:sp>
        <p:nvSpPr>
          <p:cNvPr name="TextBox 10" id="10"/>
          <p:cNvSpPr txBox="true"/>
          <p:nvPr/>
        </p:nvSpPr>
        <p:spPr>
          <a:xfrm rot="0">
            <a:off x="4203037" y="1655572"/>
            <a:ext cx="9881925" cy="1005714"/>
          </a:xfrm>
          <a:prstGeom prst="rect">
            <a:avLst/>
          </a:prstGeom>
        </p:spPr>
        <p:txBody>
          <a:bodyPr anchor="t" rtlCol="false" tIns="0" lIns="0" bIns="0" rIns="0">
            <a:spAutoFit/>
          </a:bodyPr>
          <a:lstStyle/>
          <a:p>
            <a:pPr algn="ctr">
              <a:lnSpc>
                <a:spcPts val="7546"/>
              </a:lnSpc>
            </a:pPr>
            <a:r>
              <a:rPr lang="en-US" sz="7700">
                <a:solidFill>
                  <a:srgbClr val="D69897"/>
                </a:solidFill>
                <a:latin typeface="Cherry Bomb One"/>
                <a:ea typeface="Cherry Bomb One"/>
                <a:cs typeface="Cherry Bomb One"/>
                <a:sym typeface="Cherry Bomb One"/>
              </a:rPr>
              <a:t>Fakta Penting</a:t>
            </a:r>
          </a:p>
        </p:txBody>
      </p:sp>
      <p:sp>
        <p:nvSpPr>
          <p:cNvPr name="TextBox 11" id="11"/>
          <p:cNvSpPr txBox="true"/>
          <p:nvPr/>
        </p:nvSpPr>
        <p:spPr>
          <a:xfrm rot="0">
            <a:off x="1262206" y="6186731"/>
            <a:ext cx="5414649" cy="2555240"/>
          </a:xfrm>
          <a:prstGeom prst="rect">
            <a:avLst/>
          </a:prstGeom>
        </p:spPr>
        <p:txBody>
          <a:bodyPr anchor="t" rtlCol="false" tIns="0" lIns="0" bIns="0" rIns="0">
            <a:spAutoFit/>
          </a:bodyPr>
          <a:lstStyle/>
          <a:p>
            <a:pPr algn="ctr">
              <a:lnSpc>
                <a:spcPts val="4060"/>
              </a:lnSpc>
              <a:spcBef>
                <a:spcPct val="0"/>
              </a:spcBef>
            </a:pPr>
            <a:r>
              <a:rPr lang="en-US" sz="29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a:t>
            </a:r>
          </a:p>
        </p:txBody>
      </p:sp>
      <p:sp>
        <p:nvSpPr>
          <p:cNvPr name="TextBox 12" id="12"/>
          <p:cNvSpPr txBox="true"/>
          <p:nvPr/>
        </p:nvSpPr>
        <p:spPr>
          <a:xfrm rot="0">
            <a:off x="11611145" y="3117141"/>
            <a:ext cx="5414649" cy="2555240"/>
          </a:xfrm>
          <a:prstGeom prst="rect">
            <a:avLst/>
          </a:prstGeom>
        </p:spPr>
        <p:txBody>
          <a:bodyPr anchor="t" rtlCol="false" tIns="0" lIns="0" bIns="0" rIns="0">
            <a:spAutoFit/>
          </a:bodyPr>
          <a:lstStyle/>
          <a:p>
            <a:pPr algn="ctr">
              <a:lnSpc>
                <a:spcPts val="4060"/>
              </a:lnSpc>
              <a:spcBef>
                <a:spcPct val="0"/>
              </a:spcBef>
            </a:pPr>
            <a:r>
              <a:rPr lang="en-US" sz="29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a:t>
            </a:r>
          </a:p>
        </p:txBody>
      </p:sp>
      <p:sp>
        <p:nvSpPr>
          <p:cNvPr name="TextBox 13" id="13"/>
          <p:cNvSpPr txBox="true"/>
          <p:nvPr/>
        </p:nvSpPr>
        <p:spPr>
          <a:xfrm rot="0">
            <a:off x="11611145" y="6186731"/>
            <a:ext cx="5414649" cy="2555240"/>
          </a:xfrm>
          <a:prstGeom prst="rect">
            <a:avLst/>
          </a:prstGeom>
        </p:spPr>
        <p:txBody>
          <a:bodyPr anchor="t" rtlCol="false" tIns="0" lIns="0" bIns="0" rIns="0">
            <a:spAutoFit/>
          </a:bodyPr>
          <a:lstStyle/>
          <a:p>
            <a:pPr algn="ctr">
              <a:lnSpc>
                <a:spcPts val="4060"/>
              </a:lnSpc>
              <a:spcBef>
                <a:spcPct val="0"/>
              </a:spcBef>
            </a:pPr>
            <a:r>
              <a:rPr lang="en-US" sz="29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028700"/>
            <a:ext cx="18288000" cy="8229600"/>
            <a:chOff x="0" y="0"/>
            <a:chExt cx="1634116" cy="735352"/>
          </a:xfrm>
        </p:grpSpPr>
        <p:sp>
          <p:nvSpPr>
            <p:cNvPr name="Freeform 4" id="4"/>
            <p:cNvSpPr/>
            <p:nvPr/>
          </p:nvSpPr>
          <p:spPr>
            <a:xfrm flipH="false" flipV="false" rot="0">
              <a:off x="0" y="0"/>
              <a:ext cx="1634116" cy="735352"/>
            </a:xfrm>
            <a:custGeom>
              <a:avLst/>
              <a:gdLst/>
              <a:ahLst/>
              <a:cxnLst/>
              <a:rect r="r" b="b" t="t" l="l"/>
              <a:pathLst>
                <a:path h="735352" w="1634116">
                  <a:moveTo>
                    <a:pt x="8268" y="0"/>
                  </a:moveTo>
                  <a:lnTo>
                    <a:pt x="1625848" y="0"/>
                  </a:lnTo>
                  <a:cubicBezTo>
                    <a:pt x="1628041" y="0"/>
                    <a:pt x="1630144" y="871"/>
                    <a:pt x="1631694" y="2422"/>
                  </a:cubicBezTo>
                  <a:cubicBezTo>
                    <a:pt x="1633245" y="3972"/>
                    <a:pt x="1634116" y="6075"/>
                    <a:pt x="1634116" y="8268"/>
                  </a:cubicBezTo>
                  <a:lnTo>
                    <a:pt x="1634116" y="727084"/>
                  </a:lnTo>
                  <a:cubicBezTo>
                    <a:pt x="1634116" y="731650"/>
                    <a:pt x="1630414" y="735352"/>
                    <a:pt x="1625848" y="735352"/>
                  </a:cubicBezTo>
                  <a:lnTo>
                    <a:pt x="8268" y="735352"/>
                  </a:lnTo>
                  <a:cubicBezTo>
                    <a:pt x="3702" y="735352"/>
                    <a:pt x="0" y="731650"/>
                    <a:pt x="0" y="727084"/>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77345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1141691" y="973672"/>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480162" y="3086100"/>
            <a:ext cx="4053078" cy="4114800"/>
          </a:xfrm>
          <a:custGeom>
            <a:avLst/>
            <a:gdLst/>
            <a:ahLst/>
            <a:cxnLst/>
            <a:rect r="r" b="b" t="t" l="l"/>
            <a:pathLst>
              <a:path h="4114800" w="4053078">
                <a:moveTo>
                  <a:pt x="0" y="0"/>
                </a:moveTo>
                <a:lnTo>
                  <a:pt x="4053078" y="0"/>
                </a:lnTo>
                <a:lnTo>
                  <a:pt x="405307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754760" y="3376761"/>
            <a:ext cx="8319821" cy="1526540"/>
          </a:xfrm>
          <a:prstGeom prst="rect">
            <a:avLst/>
          </a:prstGeom>
        </p:spPr>
        <p:txBody>
          <a:bodyPr anchor="t" rtlCol="false" tIns="0" lIns="0" bIns="0" rIns="0">
            <a:spAutoFit/>
          </a:bodyPr>
          <a:lstStyle/>
          <a:p>
            <a:pPr algn="ctr">
              <a:lnSpc>
                <a:spcPts val="4060"/>
              </a:lnSpc>
              <a:spcBef>
                <a:spcPct val="0"/>
              </a:spcBef>
            </a:pPr>
            <a:r>
              <a:rPr lang="en-US" sz="29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a:t>
            </a:r>
          </a:p>
        </p:txBody>
      </p:sp>
      <p:sp>
        <p:nvSpPr>
          <p:cNvPr name="TextBox 9" id="9"/>
          <p:cNvSpPr txBox="true"/>
          <p:nvPr/>
        </p:nvSpPr>
        <p:spPr>
          <a:xfrm rot="0">
            <a:off x="4815046" y="1604136"/>
            <a:ext cx="8657909" cy="1005714"/>
          </a:xfrm>
          <a:prstGeom prst="rect">
            <a:avLst/>
          </a:prstGeom>
        </p:spPr>
        <p:txBody>
          <a:bodyPr anchor="t" rtlCol="false" tIns="0" lIns="0" bIns="0" rIns="0">
            <a:spAutoFit/>
          </a:bodyPr>
          <a:lstStyle/>
          <a:p>
            <a:pPr algn="ctr">
              <a:lnSpc>
                <a:spcPts val="7546"/>
              </a:lnSpc>
            </a:pPr>
            <a:r>
              <a:rPr lang="en-US" sz="7700">
                <a:solidFill>
                  <a:srgbClr val="D69897"/>
                </a:solidFill>
                <a:latin typeface="Cherry Bomb One"/>
                <a:ea typeface="Cherry Bomb One"/>
                <a:cs typeface="Cherry Bomb One"/>
                <a:sym typeface="Cherry Bomb One"/>
              </a:rPr>
              <a:t>Pembahasan Utama</a:t>
            </a:r>
          </a:p>
        </p:txBody>
      </p:sp>
      <p:sp>
        <p:nvSpPr>
          <p:cNvPr name="TextBox 10" id="10"/>
          <p:cNvSpPr txBox="true"/>
          <p:nvPr/>
        </p:nvSpPr>
        <p:spPr>
          <a:xfrm rot="0">
            <a:off x="2754760" y="5326549"/>
            <a:ext cx="8319821" cy="1526540"/>
          </a:xfrm>
          <a:prstGeom prst="rect">
            <a:avLst/>
          </a:prstGeom>
        </p:spPr>
        <p:txBody>
          <a:bodyPr anchor="t" rtlCol="false" tIns="0" lIns="0" bIns="0" rIns="0">
            <a:spAutoFit/>
          </a:bodyPr>
          <a:lstStyle/>
          <a:p>
            <a:pPr algn="ctr">
              <a:lnSpc>
                <a:spcPts val="4060"/>
              </a:lnSpc>
              <a:spcBef>
                <a:spcPct val="0"/>
              </a:spcBef>
            </a:pPr>
            <a:r>
              <a:rPr lang="en-US" sz="29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a:t>
            </a:r>
          </a:p>
        </p:txBody>
      </p:sp>
      <p:sp>
        <p:nvSpPr>
          <p:cNvPr name="Freeform 11" id="11"/>
          <p:cNvSpPr/>
          <p:nvPr/>
        </p:nvSpPr>
        <p:spPr>
          <a:xfrm flipH="false" flipV="false" rot="0">
            <a:off x="6642425" y="7548711"/>
            <a:ext cx="5003150" cy="1000630"/>
          </a:xfrm>
          <a:custGeom>
            <a:avLst/>
            <a:gdLst/>
            <a:ahLst/>
            <a:cxnLst/>
            <a:rect r="r" b="b" t="t" l="l"/>
            <a:pathLst>
              <a:path h="1000630" w="5003150">
                <a:moveTo>
                  <a:pt x="0" y="0"/>
                </a:moveTo>
                <a:lnTo>
                  <a:pt x="5003150" y="0"/>
                </a:lnTo>
                <a:lnTo>
                  <a:pt x="5003150" y="1000630"/>
                </a:lnTo>
                <a:lnTo>
                  <a:pt x="0" y="10006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028700"/>
            <a:ext cx="18288000" cy="8229600"/>
            <a:chOff x="0" y="0"/>
            <a:chExt cx="1634116" cy="735352"/>
          </a:xfrm>
        </p:grpSpPr>
        <p:sp>
          <p:nvSpPr>
            <p:cNvPr name="Freeform 4" id="4"/>
            <p:cNvSpPr/>
            <p:nvPr/>
          </p:nvSpPr>
          <p:spPr>
            <a:xfrm flipH="false" flipV="false" rot="0">
              <a:off x="0" y="0"/>
              <a:ext cx="1634116" cy="735352"/>
            </a:xfrm>
            <a:custGeom>
              <a:avLst/>
              <a:gdLst/>
              <a:ahLst/>
              <a:cxnLst/>
              <a:rect r="r" b="b" t="t" l="l"/>
              <a:pathLst>
                <a:path h="735352" w="1634116">
                  <a:moveTo>
                    <a:pt x="8268" y="0"/>
                  </a:moveTo>
                  <a:lnTo>
                    <a:pt x="1625848" y="0"/>
                  </a:lnTo>
                  <a:cubicBezTo>
                    <a:pt x="1628041" y="0"/>
                    <a:pt x="1630144" y="871"/>
                    <a:pt x="1631694" y="2422"/>
                  </a:cubicBezTo>
                  <a:cubicBezTo>
                    <a:pt x="1633245" y="3972"/>
                    <a:pt x="1634116" y="6075"/>
                    <a:pt x="1634116" y="8268"/>
                  </a:cubicBezTo>
                  <a:lnTo>
                    <a:pt x="1634116" y="727084"/>
                  </a:lnTo>
                  <a:cubicBezTo>
                    <a:pt x="1634116" y="731650"/>
                    <a:pt x="1630414" y="735352"/>
                    <a:pt x="1625848" y="735352"/>
                  </a:cubicBezTo>
                  <a:lnTo>
                    <a:pt x="8268" y="735352"/>
                  </a:lnTo>
                  <a:cubicBezTo>
                    <a:pt x="3702" y="735352"/>
                    <a:pt x="0" y="731650"/>
                    <a:pt x="0" y="727084"/>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77345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201317" y="6217578"/>
            <a:ext cx="2797464" cy="3040722"/>
          </a:xfrm>
          <a:custGeom>
            <a:avLst/>
            <a:gdLst/>
            <a:ahLst/>
            <a:cxnLst/>
            <a:rect r="r" b="b" t="t" l="l"/>
            <a:pathLst>
              <a:path h="3040722" w="2797464">
                <a:moveTo>
                  <a:pt x="0" y="0"/>
                </a:moveTo>
                <a:lnTo>
                  <a:pt x="2797464" y="0"/>
                </a:lnTo>
                <a:lnTo>
                  <a:pt x="2797464" y="3040722"/>
                </a:lnTo>
                <a:lnTo>
                  <a:pt x="0" y="30407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141691" y="973672"/>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828746" y="6566240"/>
            <a:ext cx="1951744" cy="2692060"/>
          </a:xfrm>
          <a:custGeom>
            <a:avLst/>
            <a:gdLst/>
            <a:ahLst/>
            <a:cxnLst/>
            <a:rect r="r" b="b" t="t" l="l"/>
            <a:pathLst>
              <a:path h="2692060" w="1951744">
                <a:moveTo>
                  <a:pt x="0" y="0"/>
                </a:moveTo>
                <a:lnTo>
                  <a:pt x="1951744" y="0"/>
                </a:lnTo>
                <a:lnTo>
                  <a:pt x="1951744" y="2692060"/>
                </a:lnTo>
                <a:lnTo>
                  <a:pt x="0" y="26920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8998781" y="7121988"/>
            <a:ext cx="2967099" cy="2136312"/>
          </a:xfrm>
          <a:custGeom>
            <a:avLst/>
            <a:gdLst/>
            <a:ahLst/>
            <a:cxnLst/>
            <a:rect r="r" b="b" t="t" l="l"/>
            <a:pathLst>
              <a:path h="2136312" w="2967099">
                <a:moveTo>
                  <a:pt x="0" y="0"/>
                </a:moveTo>
                <a:lnTo>
                  <a:pt x="2967099" y="0"/>
                </a:lnTo>
                <a:lnTo>
                  <a:pt x="2967099" y="2136312"/>
                </a:lnTo>
                <a:lnTo>
                  <a:pt x="0" y="213631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1643488" y="6217578"/>
            <a:ext cx="1815766" cy="3001266"/>
          </a:xfrm>
          <a:custGeom>
            <a:avLst/>
            <a:gdLst/>
            <a:ahLst/>
            <a:cxnLst/>
            <a:rect r="r" b="b" t="t" l="l"/>
            <a:pathLst>
              <a:path h="3001266" w="1815766">
                <a:moveTo>
                  <a:pt x="0" y="0"/>
                </a:moveTo>
                <a:lnTo>
                  <a:pt x="1815766" y="0"/>
                </a:lnTo>
                <a:lnTo>
                  <a:pt x="1815766" y="3001266"/>
                </a:lnTo>
                <a:lnTo>
                  <a:pt x="0" y="30012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4203037" y="1655572"/>
            <a:ext cx="9881925" cy="1005714"/>
          </a:xfrm>
          <a:prstGeom prst="rect">
            <a:avLst/>
          </a:prstGeom>
        </p:spPr>
        <p:txBody>
          <a:bodyPr anchor="t" rtlCol="false" tIns="0" lIns="0" bIns="0" rIns="0">
            <a:spAutoFit/>
          </a:bodyPr>
          <a:lstStyle/>
          <a:p>
            <a:pPr algn="ctr">
              <a:lnSpc>
                <a:spcPts val="7546"/>
              </a:lnSpc>
            </a:pPr>
            <a:r>
              <a:rPr lang="en-US" sz="7700">
                <a:solidFill>
                  <a:srgbClr val="D69897"/>
                </a:solidFill>
                <a:latin typeface="Cherry Bomb One"/>
                <a:ea typeface="Cherry Bomb One"/>
                <a:cs typeface="Cherry Bomb One"/>
                <a:sym typeface="Cherry Bomb One"/>
              </a:rPr>
              <a:t>Pembahasan Lanjut</a:t>
            </a:r>
          </a:p>
        </p:txBody>
      </p:sp>
      <p:sp>
        <p:nvSpPr>
          <p:cNvPr name="TextBox 12" id="12"/>
          <p:cNvSpPr txBox="true"/>
          <p:nvPr/>
        </p:nvSpPr>
        <p:spPr>
          <a:xfrm rot="0">
            <a:off x="2319709" y="3368380"/>
            <a:ext cx="13648583" cy="22237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028700"/>
            <a:ext cx="18288000" cy="8229600"/>
            <a:chOff x="0" y="0"/>
            <a:chExt cx="1634116" cy="735352"/>
          </a:xfrm>
        </p:grpSpPr>
        <p:sp>
          <p:nvSpPr>
            <p:cNvPr name="Freeform 4" id="4"/>
            <p:cNvSpPr/>
            <p:nvPr/>
          </p:nvSpPr>
          <p:spPr>
            <a:xfrm flipH="false" flipV="false" rot="0">
              <a:off x="0" y="0"/>
              <a:ext cx="1634116" cy="735352"/>
            </a:xfrm>
            <a:custGeom>
              <a:avLst/>
              <a:gdLst/>
              <a:ahLst/>
              <a:cxnLst/>
              <a:rect r="r" b="b" t="t" l="l"/>
              <a:pathLst>
                <a:path h="735352" w="1634116">
                  <a:moveTo>
                    <a:pt x="8268" y="0"/>
                  </a:moveTo>
                  <a:lnTo>
                    <a:pt x="1625848" y="0"/>
                  </a:lnTo>
                  <a:cubicBezTo>
                    <a:pt x="1628041" y="0"/>
                    <a:pt x="1630144" y="871"/>
                    <a:pt x="1631694" y="2422"/>
                  </a:cubicBezTo>
                  <a:cubicBezTo>
                    <a:pt x="1633245" y="3972"/>
                    <a:pt x="1634116" y="6075"/>
                    <a:pt x="1634116" y="8268"/>
                  </a:cubicBezTo>
                  <a:lnTo>
                    <a:pt x="1634116" y="727084"/>
                  </a:lnTo>
                  <a:cubicBezTo>
                    <a:pt x="1634116" y="731650"/>
                    <a:pt x="1630414" y="735352"/>
                    <a:pt x="1625848" y="735352"/>
                  </a:cubicBezTo>
                  <a:lnTo>
                    <a:pt x="8268" y="735352"/>
                  </a:lnTo>
                  <a:cubicBezTo>
                    <a:pt x="3702" y="735352"/>
                    <a:pt x="0" y="731650"/>
                    <a:pt x="0" y="727084"/>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77345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1141691" y="973672"/>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28700" y="7594940"/>
            <a:ext cx="3818525" cy="2692060"/>
          </a:xfrm>
          <a:custGeom>
            <a:avLst/>
            <a:gdLst/>
            <a:ahLst/>
            <a:cxnLst/>
            <a:rect r="r" b="b" t="t" l="l"/>
            <a:pathLst>
              <a:path h="2692060" w="3818525">
                <a:moveTo>
                  <a:pt x="0" y="0"/>
                </a:moveTo>
                <a:lnTo>
                  <a:pt x="3818525" y="0"/>
                </a:lnTo>
                <a:lnTo>
                  <a:pt x="3818525" y="2692060"/>
                </a:lnTo>
                <a:lnTo>
                  <a:pt x="0" y="26920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4569260" y="6511630"/>
            <a:ext cx="3718740" cy="3775370"/>
          </a:xfrm>
          <a:custGeom>
            <a:avLst/>
            <a:gdLst/>
            <a:ahLst/>
            <a:cxnLst/>
            <a:rect r="r" b="b" t="t" l="l"/>
            <a:pathLst>
              <a:path h="3775370" w="3718740">
                <a:moveTo>
                  <a:pt x="0" y="0"/>
                </a:moveTo>
                <a:lnTo>
                  <a:pt x="3718740" y="0"/>
                </a:lnTo>
                <a:lnTo>
                  <a:pt x="3718740" y="3775370"/>
                </a:lnTo>
                <a:lnTo>
                  <a:pt x="0" y="37753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4203037" y="1655572"/>
            <a:ext cx="9881925" cy="1005714"/>
          </a:xfrm>
          <a:prstGeom prst="rect">
            <a:avLst/>
          </a:prstGeom>
        </p:spPr>
        <p:txBody>
          <a:bodyPr anchor="t" rtlCol="false" tIns="0" lIns="0" bIns="0" rIns="0">
            <a:spAutoFit/>
          </a:bodyPr>
          <a:lstStyle/>
          <a:p>
            <a:pPr algn="ctr">
              <a:lnSpc>
                <a:spcPts val="7546"/>
              </a:lnSpc>
            </a:pPr>
            <a:r>
              <a:rPr lang="en-US" sz="7700">
                <a:solidFill>
                  <a:srgbClr val="D69897"/>
                </a:solidFill>
                <a:latin typeface="Cherry Bomb One"/>
                <a:ea typeface="Cherry Bomb One"/>
                <a:cs typeface="Cherry Bomb One"/>
                <a:sym typeface="Cherry Bomb One"/>
              </a:rPr>
              <a:t>Analisis</a:t>
            </a:r>
          </a:p>
        </p:txBody>
      </p:sp>
      <p:sp>
        <p:nvSpPr>
          <p:cNvPr name="TextBox 10" id="10"/>
          <p:cNvSpPr txBox="true"/>
          <p:nvPr/>
        </p:nvSpPr>
        <p:spPr>
          <a:xfrm rot="0">
            <a:off x="2319709" y="3368380"/>
            <a:ext cx="13648583" cy="22237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p:txBody>
      </p:sp>
      <p:pic>
        <p:nvPicPr>
          <p:cNvPr name="Picture 11" id="11"/>
          <p:cNvPicPr>
            <a:picLocks noChangeAspect="true"/>
          </p:cNvPicPr>
          <p:nvPr/>
        </p:nvPicPr>
        <p:blipFill>
          <a:blip r:embed="rId9"/>
          <a:stretch>
            <a:fillRect/>
          </a:stretch>
        </p:blipFill>
        <p:spPr>
          <a:xfrm rot="0">
            <a:off x="4268487" y="5526024"/>
            <a:ext cx="6944861" cy="1971212"/>
          </a:xfrm>
          <a:prstGeom prst="rect">
            <a:avLst/>
          </a:prstGeom>
        </p:spPr>
      </p:pic>
      <p:pic>
        <p:nvPicPr>
          <p:cNvPr name="Picture 12" id="12"/>
          <p:cNvPicPr>
            <a:picLocks noChangeAspect="true"/>
          </p:cNvPicPr>
          <p:nvPr/>
        </p:nvPicPr>
        <p:blipFill>
          <a:blip r:embed="rId10"/>
          <a:stretch>
            <a:fillRect/>
          </a:stretch>
        </p:blipFill>
        <p:spPr>
          <a:xfrm rot="0">
            <a:off x="7162179" y="7101759"/>
            <a:ext cx="6944861" cy="1971212"/>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028700"/>
            <a:ext cx="18288000" cy="8229600"/>
            <a:chOff x="0" y="0"/>
            <a:chExt cx="1634116" cy="735352"/>
          </a:xfrm>
        </p:grpSpPr>
        <p:sp>
          <p:nvSpPr>
            <p:cNvPr name="Freeform 4" id="4"/>
            <p:cNvSpPr/>
            <p:nvPr/>
          </p:nvSpPr>
          <p:spPr>
            <a:xfrm flipH="false" flipV="false" rot="0">
              <a:off x="0" y="0"/>
              <a:ext cx="1634116" cy="735352"/>
            </a:xfrm>
            <a:custGeom>
              <a:avLst/>
              <a:gdLst/>
              <a:ahLst/>
              <a:cxnLst/>
              <a:rect r="r" b="b" t="t" l="l"/>
              <a:pathLst>
                <a:path h="735352" w="1634116">
                  <a:moveTo>
                    <a:pt x="8268" y="0"/>
                  </a:moveTo>
                  <a:lnTo>
                    <a:pt x="1625848" y="0"/>
                  </a:lnTo>
                  <a:cubicBezTo>
                    <a:pt x="1628041" y="0"/>
                    <a:pt x="1630144" y="871"/>
                    <a:pt x="1631694" y="2422"/>
                  </a:cubicBezTo>
                  <a:cubicBezTo>
                    <a:pt x="1633245" y="3972"/>
                    <a:pt x="1634116" y="6075"/>
                    <a:pt x="1634116" y="8268"/>
                  </a:cubicBezTo>
                  <a:lnTo>
                    <a:pt x="1634116" y="727084"/>
                  </a:lnTo>
                  <a:cubicBezTo>
                    <a:pt x="1634116" y="731650"/>
                    <a:pt x="1630414" y="735352"/>
                    <a:pt x="1625848" y="735352"/>
                  </a:cubicBezTo>
                  <a:lnTo>
                    <a:pt x="8268" y="735352"/>
                  </a:lnTo>
                  <a:cubicBezTo>
                    <a:pt x="3702" y="735352"/>
                    <a:pt x="0" y="731650"/>
                    <a:pt x="0" y="727084"/>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77345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1141691" y="973672"/>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007560">
            <a:off x="14347267" y="1651716"/>
            <a:ext cx="3222199" cy="2223318"/>
          </a:xfrm>
          <a:custGeom>
            <a:avLst/>
            <a:gdLst/>
            <a:ahLst/>
            <a:cxnLst/>
            <a:rect r="r" b="b" t="t" l="l"/>
            <a:pathLst>
              <a:path h="2223318" w="3222199">
                <a:moveTo>
                  <a:pt x="0" y="0"/>
                </a:moveTo>
                <a:lnTo>
                  <a:pt x="3222199" y="0"/>
                </a:lnTo>
                <a:lnTo>
                  <a:pt x="3222199" y="2223318"/>
                </a:lnTo>
                <a:lnTo>
                  <a:pt x="0" y="22233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4203037" y="2502918"/>
            <a:ext cx="9881925" cy="1005714"/>
          </a:xfrm>
          <a:prstGeom prst="rect">
            <a:avLst/>
          </a:prstGeom>
        </p:spPr>
        <p:txBody>
          <a:bodyPr anchor="t" rtlCol="false" tIns="0" lIns="0" bIns="0" rIns="0">
            <a:spAutoFit/>
          </a:bodyPr>
          <a:lstStyle/>
          <a:p>
            <a:pPr algn="ctr">
              <a:lnSpc>
                <a:spcPts val="7546"/>
              </a:lnSpc>
            </a:pPr>
            <a:r>
              <a:rPr lang="en-US" sz="7700">
                <a:solidFill>
                  <a:srgbClr val="D69897"/>
                </a:solidFill>
                <a:latin typeface="Cherry Bomb One"/>
                <a:ea typeface="Cherry Bomb One"/>
                <a:cs typeface="Cherry Bomb One"/>
                <a:sym typeface="Cherry Bomb One"/>
              </a:rPr>
              <a:t>Kesimpulan Akhir</a:t>
            </a:r>
          </a:p>
        </p:txBody>
      </p:sp>
      <p:sp>
        <p:nvSpPr>
          <p:cNvPr name="TextBox 9" id="9"/>
          <p:cNvSpPr txBox="true"/>
          <p:nvPr/>
        </p:nvSpPr>
        <p:spPr>
          <a:xfrm rot="0">
            <a:off x="2329633" y="3978535"/>
            <a:ext cx="13628733" cy="109982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a:t>
            </a:r>
          </a:p>
        </p:txBody>
      </p:sp>
      <p:sp>
        <p:nvSpPr>
          <p:cNvPr name="TextBox 10" id="10"/>
          <p:cNvSpPr txBox="true"/>
          <p:nvPr/>
        </p:nvSpPr>
        <p:spPr>
          <a:xfrm rot="0">
            <a:off x="2329633" y="5412361"/>
            <a:ext cx="13628733" cy="109982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a:t>
            </a:r>
          </a:p>
        </p:txBody>
      </p:sp>
      <p:sp>
        <p:nvSpPr>
          <p:cNvPr name="TextBox 11" id="11"/>
          <p:cNvSpPr txBox="true"/>
          <p:nvPr/>
        </p:nvSpPr>
        <p:spPr>
          <a:xfrm rot="0">
            <a:off x="2329633" y="6846187"/>
            <a:ext cx="13628733" cy="109982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rdo"/>
                <a:ea typeface="Cardo"/>
                <a:cs typeface="Cardo"/>
                <a:sym typeface="Cardo"/>
              </a:rPr>
              <a:t>Lorem ipsum dolor sit amet, consectetur adipiscing elit. Nulla faucibus pretium nunc, ut accumsan leo tempus vel. Vivamus ultricies vitae felis eget ultricies.</a:t>
            </a:r>
          </a:p>
        </p:txBody>
      </p:sp>
      <p:sp>
        <p:nvSpPr>
          <p:cNvPr name="Freeform 12" id="12"/>
          <p:cNvSpPr/>
          <p:nvPr/>
        </p:nvSpPr>
        <p:spPr>
          <a:xfrm flipH="false" flipV="false" rot="0">
            <a:off x="288036" y="5210175"/>
            <a:ext cx="1481328" cy="4114800"/>
          </a:xfrm>
          <a:custGeom>
            <a:avLst/>
            <a:gdLst/>
            <a:ahLst/>
            <a:cxnLst/>
            <a:rect r="r" b="b" t="t" l="l"/>
            <a:pathLst>
              <a:path h="4114800" w="1481328">
                <a:moveTo>
                  <a:pt x="0" y="0"/>
                </a:moveTo>
                <a:lnTo>
                  <a:pt x="1481328" y="0"/>
                </a:lnTo>
                <a:lnTo>
                  <a:pt x="148132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223" r="0" b="-223"/>
            </a:stretch>
          </a:blipFill>
        </p:spPr>
      </p:sp>
      <p:grpSp>
        <p:nvGrpSpPr>
          <p:cNvPr name="Group 3" id="3"/>
          <p:cNvGrpSpPr/>
          <p:nvPr/>
        </p:nvGrpSpPr>
        <p:grpSpPr>
          <a:xfrm rot="0">
            <a:off x="0" y="1028700"/>
            <a:ext cx="18288000" cy="7035194"/>
            <a:chOff x="0" y="0"/>
            <a:chExt cx="1634116" cy="628627"/>
          </a:xfrm>
        </p:grpSpPr>
        <p:sp>
          <p:nvSpPr>
            <p:cNvPr name="Freeform 4" id="4"/>
            <p:cNvSpPr/>
            <p:nvPr/>
          </p:nvSpPr>
          <p:spPr>
            <a:xfrm flipH="false" flipV="false" rot="0">
              <a:off x="0" y="0"/>
              <a:ext cx="1634116" cy="628627"/>
            </a:xfrm>
            <a:custGeom>
              <a:avLst/>
              <a:gdLst/>
              <a:ahLst/>
              <a:cxnLst/>
              <a:rect r="r" b="b" t="t" l="l"/>
              <a:pathLst>
                <a:path h="628627" w="1634116">
                  <a:moveTo>
                    <a:pt x="8268" y="0"/>
                  </a:moveTo>
                  <a:lnTo>
                    <a:pt x="1625848" y="0"/>
                  </a:lnTo>
                  <a:cubicBezTo>
                    <a:pt x="1628041" y="0"/>
                    <a:pt x="1630144" y="871"/>
                    <a:pt x="1631694" y="2422"/>
                  </a:cubicBezTo>
                  <a:cubicBezTo>
                    <a:pt x="1633245" y="3972"/>
                    <a:pt x="1634116" y="6075"/>
                    <a:pt x="1634116" y="8268"/>
                  </a:cubicBezTo>
                  <a:lnTo>
                    <a:pt x="1634116" y="620358"/>
                  </a:lnTo>
                  <a:cubicBezTo>
                    <a:pt x="1634116" y="624925"/>
                    <a:pt x="1630414" y="628627"/>
                    <a:pt x="1625848" y="628627"/>
                  </a:cubicBezTo>
                  <a:lnTo>
                    <a:pt x="8268" y="628627"/>
                  </a:lnTo>
                  <a:cubicBezTo>
                    <a:pt x="3702" y="628627"/>
                    <a:pt x="0" y="624925"/>
                    <a:pt x="0" y="620358"/>
                  </a:cubicBezTo>
                  <a:lnTo>
                    <a:pt x="0" y="8268"/>
                  </a:lnTo>
                  <a:cubicBezTo>
                    <a:pt x="0" y="3702"/>
                    <a:pt x="3702" y="0"/>
                    <a:pt x="8268" y="0"/>
                  </a:cubicBezTo>
                  <a:close/>
                </a:path>
              </a:pathLst>
            </a:custGeom>
            <a:solidFill>
              <a:srgbClr val="FBF0E4"/>
            </a:solidFill>
          </p:spPr>
        </p:sp>
        <p:sp>
          <p:nvSpPr>
            <p:cNvPr name="TextBox 5" id="5"/>
            <p:cNvSpPr txBox="true"/>
            <p:nvPr/>
          </p:nvSpPr>
          <p:spPr>
            <a:xfrm>
              <a:off x="0" y="-38100"/>
              <a:ext cx="1634116" cy="66672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4041380" y="1258394"/>
            <a:ext cx="10205240" cy="6575805"/>
            <a:chOff x="0" y="0"/>
            <a:chExt cx="2687800" cy="1731899"/>
          </a:xfrm>
        </p:grpSpPr>
        <p:sp>
          <p:nvSpPr>
            <p:cNvPr name="Freeform 7" id="7"/>
            <p:cNvSpPr/>
            <p:nvPr/>
          </p:nvSpPr>
          <p:spPr>
            <a:xfrm flipH="false" flipV="false" rot="0">
              <a:off x="0" y="0"/>
              <a:ext cx="2687800" cy="1731899"/>
            </a:xfrm>
            <a:custGeom>
              <a:avLst/>
              <a:gdLst/>
              <a:ahLst/>
              <a:cxnLst/>
              <a:rect r="r" b="b" t="t" l="l"/>
              <a:pathLst>
                <a:path h="1731899" w="2687800">
                  <a:moveTo>
                    <a:pt x="2608382" y="0"/>
                  </a:moveTo>
                  <a:lnTo>
                    <a:pt x="79418" y="0"/>
                  </a:lnTo>
                  <a:cubicBezTo>
                    <a:pt x="79418" y="43699"/>
                    <a:pt x="44079" y="79418"/>
                    <a:pt x="0" y="79418"/>
                  </a:cubicBezTo>
                  <a:lnTo>
                    <a:pt x="0" y="1652481"/>
                  </a:lnTo>
                  <a:cubicBezTo>
                    <a:pt x="43699" y="1652481"/>
                    <a:pt x="79418" y="1687820"/>
                    <a:pt x="79418" y="1731899"/>
                  </a:cubicBezTo>
                  <a:lnTo>
                    <a:pt x="2608382" y="1731899"/>
                  </a:lnTo>
                  <a:cubicBezTo>
                    <a:pt x="2608382" y="1688200"/>
                    <a:pt x="2643721" y="1652481"/>
                    <a:pt x="2687800" y="1652481"/>
                  </a:cubicBezTo>
                  <a:lnTo>
                    <a:pt x="2687800" y="79418"/>
                  </a:lnTo>
                  <a:cubicBezTo>
                    <a:pt x="2644100" y="79418"/>
                    <a:pt x="2608382" y="44079"/>
                    <a:pt x="2608382" y="0"/>
                  </a:cubicBezTo>
                  <a:close/>
                </a:path>
              </a:pathLst>
            </a:custGeom>
            <a:solidFill>
              <a:srgbClr val="FBF1E4"/>
            </a:solidFill>
            <a:ln w="57150" cap="sq">
              <a:solidFill>
                <a:srgbClr val="EECBAF"/>
              </a:solidFill>
              <a:prstDash val="solid"/>
              <a:miter/>
            </a:ln>
          </p:spPr>
        </p:sp>
        <p:sp>
          <p:nvSpPr>
            <p:cNvPr name="TextBox 8" id="8"/>
            <p:cNvSpPr txBox="true"/>
            <p:nvPr/>
          </p:nvSpPr>
          <p:spPr>
            <a:xfrm>
              <a:off x="38100" y="0"/>
              <a:ext cx="2611600" cy="169379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22246" y="1425926"/>
            <a:ext cx="9881925" cy="6240742"/>
            <a:chOff x="0" y="0"/>
            <a:chExt cx="2742382" cy="1731899"/>
          </a:xfrm>
        </p:grpSpPr>
        <p:sp>
          <p:nvSpPr>
            <p:cNvPr name="Freeform 10" id="10"/>
            <p:cNvSpPr/>
            <p:nvPr/>
          </p:nvSpPr>
          <p:spPr>
            <a:xfrm flipH="false" flipV="false" rot="0">
              <a:off x="0" y="0"/>
              <a:ext cx="2742382" cy="1731899"/>
            </a:xfrm>
            <a:custGeom>
              <a:avLst/>
              <a:gdLst/>
              <a:ahLst/>
              <a:cxnLst/>
              <a:rect r="r" b="b" t="t" l="l"/>
              <a:pathLst>
                <a:path h="1731899" w="2742382">
                  <a:moveTo>
                    <a:pt x="2662964" y="0"/>
                  </a:moveTo>
                  <a:lnTo>
                    <a:pt x="79418" y="0"/>
                  </a:lnTo>
                  <a:cubicBezTo>
                    <a:pt x="79418" y="43699"/>
                    <a:pt x="44079" y="79418"/>
                    <a:pt x="0" y="79418"/>
                  </a:cubicBezTo>
                  <a:lnTo>
                    <a:pt x="0" y="1652481"/>
                  </a:lnTo>
                  <a:cubicBezTo>
                    <a:pt x="43699" y="1652481"/>
                    <a:pt x="79418" y="1687820"/>
                    <a:pt x="79418" y="1731899"/>
                  </a:cubicBezTo>
                  <a:lnTo>
                    <a:pt x="2662964" y="1731899"/>
                  </a:lnTo>
                  <a:cubicBezTo>
                    <a:pt x="2662964" y="1688200"/>
                    <a:pt x="2698303" y="1652481"/>
                    <a:pt x="2742382" y="1652481"/>
                  </a:cubicBezTo>
                  <a:lnTo>
                    <a:pt x="2742382" y="79418"/>
                  </a:lnTo>
                  <a:cubicBezTo>
                    <a:pt x="2698683" y="79418"/>
                    <a:pt x="2662964" y="44079"/>
                    <a:pt x="2662964" y="0"/>
                  </a:cubicBezTo>
                  <a:close/>
                </a:path>
              </a:pathLst>
            </a:custGeom>
            <a:solidFill>
              <a:srgbClr val="FBF1E4"/>
            </a:solidFill>
            <a:ln w="38100" cap="sq">
              <a:solidFill>
                <a:srgbClr val="EECBAF"/>
              </a:solidFill>
              <a:prstDash val="dash"/>
              <a:miter/>
            </a:ln>
          </p:spPr>
        </p:sp>
        <p:sp>
          <p:nvSpPr>
            <p:cNvPr name="TextBox 11" id="11"/>
            <p:cNvSpPr txBox="true"/>
            <p:nvPr/>
          </p:nvSpPr>
          <p:spPr>
            <a:xfrm>
              <a:off x="38100" y="0"/>
              <a:ext cx="2666182" cy="1693799"/>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07862" y="5662085"/>
            <a:ext cx="3211517" cy="4429678"/>
          </a:xfrm>
          <a:custGeom>
            <a:avLst/>
            <a:gdLst/>
            <a:ahLst/>
            <a:cxnLst/>
            <a:rect r="r" b="b" t="t" l="l"/>
            <a:pathLst>
              <a:path h="4429678" w="3211517">
                <a:moveTo>
                  <a:pt x="0" y="0"/>
                </a:moveTo>
                <a:lnTo>
                  <a:pt x="3211516" y="0"/>
                </a:lnTo>
                <a:lnTo>
                  <a:pt x="3211516" y="4429678"/>
                </a:lnTo>
                <a:lnTo>
                  <a:pt x="0" y="44296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3830428" y="8302608"/>
            <a:ext cx="2572668" cy="1852321"/>
          </a:xfrm>
          <a:custGeom>
            <a:avLst/>
            <a:gdLst/>
            <a:ahLst/>
            <a:cxnLst/>
            <a:rect r="r" b="b" t="t" l="l"/>
            <a:pathLst>
              <a:path h="1852321" w="2572668">
                <a:moveTo>
                  <a:pt x="0" y="0"/>
                </a:moveTo>
                <a:lnTo>
                  <a:pt x="2572669" y="0"/>
                </a:lnTo>
                <a:lnTo>
                  <a:pt x="2572669" y="1852321"/>
                </a:lnTo>
                <a:lnTo>
                  <a:pt x="0" y="18523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276537">
            <a:off x="6702172" y="8011282"/>
            <a:ext cx="3298788" cy="2325645"/>
          </a:xfrm>
          <a:custGeom>
            <a:avLst/>
            <a:gdLst/>
            <a:ahLst/>
            <a:cxnLst/>
            <a:rect r="r" b="b" t="t" l="l"/>
            <a:pathLst>
              <a:path h="2325645" w="3298788">
                <a:moveTo>
                  <a:pt x="0" y="0"/>
                </a:moveTo>
                <a:lnTo>
                  <a:pt x="3298788" y="0"/>
                </a:lnTo>
                <a:lnTo>
                  <a:pt x="3298788" y="2325645"/>
                </a:lnTo>
                <a:lnTo>
                  <a:pt x="0" y="23256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343859">
            <a:off x="10089065" y="8034363"/>
            <a:ext cx="2945745" cy="2032564"/>
          </a:xfrm>
          <a:custGeom>
            <a:avLst/>
            <a:gdLst/>
            <a:ahLst/>
            <a:cxnLst/>
            <a:rect r="r" b="b" t="t" l="l"/>
            <a:pathLst>
              <a:path h="2032564" w="2945745">
                <a:moveTo>
                  <a:pt x="0" y="0"/>
                </a:moveTo>
                <a:lnTo>
                  <a:pt x="2945745" y="0"/>
                </a:lnTo>
                <a:lnTo>
                  <a:pt x="2945745" y="2032564"/>
                </a:lnTo>
                <a:lnTo>
                  <a:pt x="0" y="203256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13128932" y="6186227"/>
            <a:ext cx="3651206" cy="3968703"/>
          </a:xfrm>
          <a:custGeom>
            <a:avLst/>
            <a:gdLst/>
            <a:ahLst/>
            <a:cxnLst/>
            <a:rect r="r" b="b" t="t" l="l"/>
            <a:pathLst>
              <a:path h="3968703" w="3651206">
                <a:moveTo>
                  <a:pt x="0" y="0"/>
                </a:moveTo>
                <a:lnTo>
                  <a:pt x="3651206" y="0"/>
                </a:lnTo>
                <a:lnTo>
                  <a:pt x="3651206" y="3968702"/>
                </a:lnTo>
                <a:lnTo>
                  <a:pt x="0" y="396870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7" id="17"/>
          <p:cNvSpPr/>
          <p:nvPr/>
        </p:nvSpPr>
        <p:spPr>
          <a:xfrm flipH="false" flipV="false" rot="-503002">
            <a:off x="3586939" y="1115272"/>
            <a:ext cx="1362813" cy="2390900"/>
          </a:xfrm>
          <a:custGeom>
            <a:avLst/>
            <a:gdLst/>
            <a:ahLst/>
            <a:cxnLst/>
            <a:rect r="r" b="b" t="t" l="l"/>
            <a:pathLst>
              <a:path h="2390900" w="1362813">
                <a:moveTo>
                  <a:pt x="0" y="0"/>
                </a:moveTo>
                <a:lnTo>
                  <a:pt x="1362813" y="0"/>
                </a:lnTo>
                <a:lnTo>
                  <a:pt x="1362813" y="2390900"/>
                </a:lnTo>
                <a:lnTo>
                  <a:pt x="0" y="23909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8" id="18"/>
          <p:cNvSpPr/>
          <p:nvPr/>
        </p:nvSpPr>
        <p:spPr>
          <a:xfrm flipH="false" flipV="false" rot="0">
            <a:off x="5673827" y="2382338"/>
            <a:ext cx="940240" cy="761595"/>
          </a:xfrm>
          <a:custGeom>
            <a:avLst/>
            <a:gdLst/>
            <a:ahLst/>
            <a:cxnLst/>
            <a:rect r="r" b="b" t="t" l="l"/>
            <a:pathLst>
              <a:path h="761595" w="940240">
                <a:moveTo>
                  <a:pt x="0" y="0"/>
                </a:moveTo>
                <a:lnTo>
                  <a:pt x="940241" y="0"/>
                </a:lnTo>
                <a:lnTo>
                  <a:pt x="940241" y="761595"/>
                </a:lnTo>
                <a:lnTo>
                  <a:pt x="0" y="761595"/>
                </a:lnTo>
                <a:lnTo>
                  <a:pt x="0" y="0"/>
                </a:lnTo>
                <a:close/>
              </a:path>
            </a:pathLst>
          </a:custGeom>
          <a:blipFill>
            <a:blip r:embed="rId15"/>
            <a:stretch>
              <a:fillRect l="0" t="0" r="0" b="0"/>
            </a:stretch>
          </a:blipFill>
        </p:spPr>
      </p:sp>
      <p:sp>
        <p:nvSpPr>
          <p:cNvPr name="Freeform 19" id="19"/>
          <p:cNvSpPr/>
          <p:nvPr/>
        </p:nvSpPr>
        <p:spPr>
          <a:xfrm flipH="false" flipV="false" rot="0">
            <a:off x="6558787" y="5838313"/>
            <a:ext cx="5003150" cy="1000630"/>
          </a:xfrm>
          <a:custGeom>
            <a:avLst/>
            <a:gdLst/>
            <a:ahLst/>
            <a:cxnLst/>
            <a:rect r="r" b="b" t="t" l="l"/>
            <a:pathLst>
              <a:path h="1000630" w="5003150">
                <a:moveTo>
                  <a:pt x="0" y="0"/>
                </a:moveTo>
                <a:lnTo>
                  <a:pt x="5003150" y="0"/>
                </a:lnTo>
                <a:lnTo>
                  <a:pt x="5003150" y="1000630"/>
                </a:lnTo>
                <a:lnTo>
                  <a:pt x="0" y="10006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1709745" y="3654016"/>
            <a:ext cx="405581" cy="519975"/>
          </a:xfrm>
          <a:custGeom>
            <a:avLst/>
            <a:gdLst/>
            <a:ahLst/>
            <a:cxnLst/>
            <a:rect r="r" b="b" t="t" l="l"/>
            <a:pathLst>
              <a:path h="519975" w="405581">
                <a:moveTo>
                  <a:pt x="0" y="0"/>
                </a:moveTo>
                <a:lnTo>
                  <a:pt x="405581" y="0"/>
                </a:lnTo>
                <a:lnTo>
                  <a:pt x="405581" y="519975"/>
                </a:lnTo>
                <a:lnTo>
                  <a:pt x="0" y="51997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1" id="21"/>
          <p:cNvSpPr txBox="true"/>
          <p:nvPr/>
        </p:nvSpPr>
        <p:spPr>
          <a:xfrm rot="0">
            <a:off x="5599750" y="2491776"/>
            <a:ext cx="7126919" cy="2984373"/>
          </a:xfrm>
          <a:prstGeom prst="rect">
            <a:avLst/>
          </a:prstGeom>
        </p:spPr>
        <p:txBody>
          <a:bodyPr anchor="t" rtlCol="false" tIns="0" lIns="0" bIns="0" rIns="0">
            <a:spAutoFit/>
          </a:bodyPr>
          <a:lstStyle/>
          <a:p>
            <a:pPr algn="ctr">
              <a:lnSpc>
                <a:spcPts val="11466"/>
              </a:lnSpc>
            </a:pPr>
            <a:r>
              <a:rPr lang="en-US" sz="11700">
                <a:solidFill>
                  <a:srgbClr val="D69897"/>
                </a:solidFill>
                <a:latin typeface="Cherry Bomb One"/>
                <a:ea typeface="Cherry Bomb One"/>
                <a:cs typeface="Cherry Bomb One"/>
                <a:sym typeface="Cherry Bomb One"/>
              </a:rPr>
              <a:t>Terima Kasih</a:t>
            </a:r>
          </a:p>
        </p:txBody>
      </p:sp>
      <p:sp>
        <p:nvSpPr>
          <p:cNvPr name="Freeform 22" id="22"/>
          <p:cNvSpPr/>
          <p:nvPr/>
        </p:nvSpPr>
        <p:spPr>
          <a:xfrm flipH="false" flipV="false" rot="0">
            <a:off x="15480075" y="5059514"/>
            <a:ext cx="441979" cy="566640"/>
          </a:xfrm>
          <a:custGeom>
            <a:avLst/>
            <a:gdLst/>
            <a:ahLst/>
            <a:cxnLst/>
            <a:rect r="r" b="b" t="t" l="l"/>
            <a:pathLst>
              <a:path h="566640" w="441979">
                <a:moveTo>
                  <a:pt x="0" y="0"/>
                </a:moveTo>
                <a:lnTo>
                  <a:pt x="441979" y="0"/>
                </a:lnTo>
                <a:lnTo>
                  <a:pt x="441979" y="566639"/>
                </a:lnTo>
                <a:lnTo>
                  <a:pt x="0" y="56663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3" id="23"/>
          <p:cNvSpPr/>
          <p:nvPr/>
        </p:nvSpPr>
        <p:spPr>
          <a:xfrm flipH="false" flipV="false" rot="0">
            <a:off x="17259300" y="2253651"/>
            <a:ext cx="607464" cy="778800"/>
          </a:xfrm>
          <a:custGeom>
            <a:avLst/>
            <a:gdLst/>
            <a:ahLst/>
            <a:cxnLst/>
            <a:rect r="r" b="b" t="t" l="l"/>
            <a:pathLst>
              <a:path h="778800" w="607464">
                <a:moveTo>
                  <a:pt x="0" y="0"/>
                </a:moveTo>
                <a:lnTo>
                  <a:pt x="607464" y="0"/>
                </a:lnTo>
                <a:lnTo>
                  <a:pt x="607464" y="778799"/>
                </a:lnTo>
                <a:lnTo>
                  <a:pt x="0" y="77879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4" id="24"/>
          <p:cNvSpPr/>
          <p:nvPr/>
        </p:nvSpPr>
        <p:spPr>
          <a:xfrm flipH="false" flipV="false" rot="0">
            <a:off x="724968" y="1603539"/>
            <a:ext cx="607464" cy="778800"/>
          </a:xfrm>
          <a:custGeom>
            <a:avLst/>
            <a:gdLst/>
            <a:ahLst/>
            <a:cxnLst/>
            <a:rect r="r" b="b" t="t" l="l"/>
            <a:pathLst>
              <a:path h="778800" w="607464">
                <a:moveTo>
                  <a:pt x="0" y="0"/>
                </a:moveTo>
                <a:lnTo>
                  <a:pt x="607464" y="0"/>
                </a:lnTo>
                <a:lnTo>
                  <a:pt x="607464" y="778799"/>
                </a:lnTo>
                <a:lnTo>
                  <a:pt x="0" y="77879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5" id="25"/>
          <p:cNvSpPr/>
          <p:nvPr/>
        </p:nvSpPr>
        <p:spPr>
          <a:xfrm flipH="false" flipV="false" rot="0">
            <a:off x="15480075" y="2521359"/>
            <a:ext cx="456132" cy="584784"/>
          </a:xfrm>
          <a:custGeom>
            <a:avLst/>
            <a:gdLst/>
            <a:ahLst/>
            <a:cxnLst/>
            <a:rect r="r" b="b" t="t" l="l"/>
            <a:pathLst>
              <a:path h="584784" w="456132">
                <a:moveTo>
                  <a:pt x="0" y="0"/>
                </a:moveTo>
                <a:lnTo>
                  <a:pt x="456132" y="0"/>
                </a:lnTo>
                <a:lnTo>
                  <a:pt x="456132" y="584784"/>
                </a:lnTo>
                <a:lnTo>
                  <a:pt x="0" y="58478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6" id="26"/>
          <p:cNvSpPr/>
          <p:nvPr/>
        </p:nvSpPr>
        <p:spPr>
          <a:xfrm flipH="false" flipV="false" rot="0">
            <a:off x="496902" y="6186227"/>
            <a:ext cx="456132" cy="584784"/>
          </a:xfrm>
          <a:custGeom>
            <a:avLst/>
            <a:gdLst/>
            <a:ahLst/>
            <a:cxnLst/>
            <a:rect r="r" b="b" t="t" l="l"/>
            <a:pathLst>
              <a:path h="584784" w="456132">
                <a:moveTo>
                  <a:pt x="0" y="0"/>
                </a:moveTo>
                <a:lnTo>
                  <a:pt x="456132" y="0"/>
                </a:lnTo>
                <a:lnTo>
                  <a:pt x="456132" y="584784"/>
                </a:lnTo>
                <a:lnTo>
                  <a:pt x="0" y="58478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DAHYVn7K7To</dc:identifier>
  <dcterms:modified xsi:type="dcterms:W3CDTF">2011-08-01T06:04:30Z</dcterms:modified>
  <cp:revision>1</cp:revision>
  <dc:title>sampel bubblesheart</dc:title>
</cp:coreProperties>
</file>